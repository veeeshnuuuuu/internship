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0" r:id="rId2"/>
  </p:sldMasterIdLst>
  <p:sldIdLst>
    <p:sldId id="256" r:id="rId3"/>
    <p:sldId id="257" r:id="rId4"/>
    <p:sldId id="259" r:id="rId5"/>
    <p:sldId id="260" r:id="rId6"/>
    <p:sldId id="261" r:id="rId7"/>
    <p:sldId id="262" r:id="rId8"/>
    <p:sldId id="263" r:id="rId9"/>
    <p:sldId id="264" r:id="rId10"/>
    <p:sldId id="265" r:id="rId11"/>
    <p:sldId id="266" r:id="rId12"/>
    <p:sldId id="268" r:id="rId1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5" d="100"/>
          <a:sy n="125" d="100"/>
        </p:scale>
        <p:origin x="22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228600" y="167760"/>
            <a:ext cx="3256200" cy="156096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4" name="PlaceHolder 2"/>
          <p:cNvSpPr>
            <a:spLocks noGrp="1"/>
          </p:cNvSpPr>
          <p:nvPr>
            <p:ph type="sldNum" idx="1"/>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r>
              <a:rPr lang="en" sz="1600" b="0" u="none" strike="noStrike">
                <a:solidFill>
                  <a:schemeClr val="accent1"/>
                </a:solidFill>
                <a:effectLst/>
                <a:uFillTx/>
                <a:latin typeface="Gloock"/>
                <a:ea typeface="Gloock"/>
              </a:rPr>
              <a:t>0</a:t>
            </a:r>
            <a:fld id="{727BB862-AA9A-4074-BCE3-2C541A0252C6}"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sp>
        <p:nvSpPr>
          <p:cNvPr id="2"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4563720" y="3934080"/>
            <a:ext cx="4359600" cy="1044720"/>
          </a:xfrm>
          <a:prstGeom prst="rect">
            <a:avLst/>
          </a:prstGeom>
          <a:noFill/>
          <a:ln w="0">
            <a:noFill/>
          </a:ln>
        </p:spPr>
        <p:txBody>
          <a:bodyPr lIns="91440" tIns="91440" rIns="91440" bIns="91440" anchor="b">
            <a:noAutofit/>
          </a:bodyPr>
          <a:lstStyle/>
          <a:p>
            <a:pPr indent="0" algn="r">
              <a:lnSpc>
                <a:spcPct val="100000"/>
              </a:lnSpc>
              <a:buNone/>
            </a:pPr>
            <a:r>
              <a:rPr lang="fr-FR" sz="4000" b="0" u="none" strike="noStrike">
                <a:solidFill>
                  <a:schemeClr val="dk1"/>
                </a:solidFill>
                <a:effectLst/>
                <a:uFillTx/>
                <a:latin typeface="Spline Sans"/>
                <a:ea typeface="Spline Sans"/>
              </a:rPr>
              <a:t>xx%</a:t>
            </a:r>
            <a:endParaRPr lang="fr-FR" sz="4000" b="0" u="none" strike="noStrike">
              <a:solidFill>
                <a:schemeClr val="dk1"/>
              </a:solidFill>
              <a:effectLst/>
              <a:uFillTx/>
              <a:latin typeface="Arial"/>
            </a:endParaRPr>
          </a:p>
        </p:txBody>
      </p:sp>
      <p:sp>
        <p:nvSpPr>
          <p:cNvPr id="4" name="PlaceHolder 2"/>
          <p:cNvSpPr>
            <a:spLocks noGrp="1"/>
          </p:cNvSpPr>
          <p:nvPr>
            <p:ph type="sldNum" idx="2"/>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fld id="{0745B176-973B-4321-9477-12404C600F6C}"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28_1">
    <p:bg>
      <p:bgPr>
        <a:solidFill>
          <a:schemeClr val="lt1"/>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228600" y="3194640"/>
            <a:ext cx="3873960" cy="1739160"/>
          </a:xfrm>
          <a:prstGeom prst="rect">
            <a:avLst/>
          </a:prstGeom>
          <a:noFill/>
          <a:ln w="0">
            <a:noFill/>
          </a:ln>
        </p:spPr>
        <p:txBody>
          <a:bodyPr lIns="91440" tIns="91440" rIns="91440" bIns="91440" anchor="b">
            <a:noAutofit/>
          </a:bodyPr>
          <a:lstStyle/>
          <a:p>
            <a:pPr indent="0">
              <a:buNone/>
            </a:pPr>
            <a:r>
              <a:rPr lang="fr-FR" sz="2000" b="0" u="none" strike="noStrike">
                <a:solidFill>
                  <a:schemeClr val="dk1"/>
                </a:solidFill>
                <a:effectLst/>
                <a:uFillTx/>
                <a:latin typeface="Arial"/>
              </a:rPr>
              <a:t>Click to edit the title text format</a:t>
            </a:r>
          </a:p>
        </p:txBody>
      </p:sp>
      <p:sp>
        <p:nvSpPr>
          <p:cNvPr id="6" name="PlaceHolder 2"/>
          <p:cNvSpPr>
            <a:spLocks noGrp="1"/>
          </p:cNvSpPr>
          <p:nvPr>
            <p:ph type="title"/>
          </p:nvPr>
        </p:nvSpPr>
        <p:spPr>
          <a:xfrm>
            <a:off x="4587480" y="3388680"/>
            <a:ext cx="865440" cy="310320"/>
          </a:xfrm>
          <a:prstGeom prst="rect">
            <a:avLst/>
          </a:prstGeom>
          <a:noFill/>
          <a:ln w="0">
            <a:noFill/>
          </a:ln>
        </p:spPr>
        <p:txBody>
          <a:bodyPr lIns="91440" tIns="91440" rIns="91440" bIns="91440" anchor="b">
            <a:noAutofit/>
          </a:bodyPr>
          <a:lstStyle/>
          <a:p>
            <a:pPr indent="0" algn="ctr">
              <a:lnSpc>
                <a:spcPct val="100000"/>
              </a:lnSpc>
              <a:buNone/>
            </a:pPr>
            <a:r>
              <a:rPr lang="fr-FR" sz="1400" b="0" u="none" strike="noStrike">
                <a:solidFill>
                  <a:schemeClr val="dk1"/>
                </a:solidFill>
                <a:effectLst/>
                <a:uFillTx/>
                <a:latin typeface="Spline Sans"/>
                <a:ea typeface="Spline Sans"/>
              </a:rPr>
              <a:t>xx%</a:t>
            </a:r>
            <a:endParaRPr lang="fr-FR" sz="1400" b="0" u="none" strike="noStrike">
              <a:solidFill>
                <a:schemeClr val="dk1"/>
              </a:solidFill>
              <a:effectLst/>
              <a:uFillTx/>
              <a:latin typeface="Arial"/>
            </a:endParaRPr>
          </a:p>
        </p:txBody>
      </p:sp>
      <p:sp>
        <p:nvSpPr>
          <p:cNvPr id="7" name="PlaceHolder 3"/>
          <p:cNvSpPr>
            <a:spLocks noGrp="1"/>
          </p:cNvSpPr>
          <p:nvPr>
            <p:ph type="title"/>
          </p:nvPr>
        </p:nvSpPr>
        <p:spPr>
          <a:xfrm>
            <a:off x="4587480" y="2573280"/>
            <a:ext cx="865440" cy="310320"/>
          </a:xfrm>
          <a:prstGeom prst="rect">
            <a:avLst/>
          </a:prstGeom>
          <a:noFill/>
          <a:ln w="0">
            <a:noFill/>
          </a:ln>
        </p:spPr>
        <p:txBody>
          <a:bodyPr lIns="91440" tIns="91440" rIns="91440" bIns="91440" anchor="b">
            <a:noAutofit/>
          </a:bodyPr>
          <a:lstStyle/>
          <a:p>
            <a:pPr indent="0" algn="ctr">
              <a:lnSpc>
                <a:spcPct val="100000"/>
              </a:lnSpc>
              <a:buNone/>
            </a:pPr>
            <a:r>
              <a:rPr lang="fr-FR" sz="1400" b="0" u="none" strike="noStrike">
                <a:solidFill>
                  <a:schemeClr val="dk1"/>
                </a:solidFill>
                <a:effectLst/>
                <a:uFillTx/>
                <a:latin typeface="Spline Sans"/>
                <a:ea typeface="Spline Sans"/>
              </a:rPr>
              <a:t>xx%</a:t>
            </a:r>
            <a:endParaRPr lang="fr-FR" sz="1400" b="0" u="none" strike="noStrike">
              <a:solidFill>
                <a:schemeClr val="dk1"/>
              </a:solidFill>
              <a:effectLst/>
              <a:uFillTx/>
              <a:latin typeface="Arial"/>
            </a:endParaRPr>
          </a:p>
        </p:txBody>
      </p:sp>
      <p:sp>
        <p:nvSpPr>
          <p:cNvPr id="8" name="PlaceHolder 4"/>
          <p:cNvSpPr>
            <a:spLocks noGrp="1"/>
          </p:cNvSpPr>
          <p:nvPr>
            <p:ph type="title"/>
          </p:nvPr>
        </p:nvSpPr>
        <p:spPr>
          <a:xfrm>
            <a:off x="4587480" y="3796200"/>
            <a:ext cx="865440" cy="310320"/>
          </a:xfrm>
          <a:prstGeom prst="rect">
            <a:avLst/>
          </a:prstGeom>
          <a:noFill/>
          <a:ln w="0">
            <a:noFill/>
          </a:ln>
        </p:spPr>
        <p:txBody>
          <a:bodyPr lIns="91440" tIns="91440" rIns="91440" bIns="91440" anchor="b">
            <a:noAutofit/>
          </a:bodyPr>
          <a:lstStyle/>
          <a:p>
            <a:pPr indent="0" algn="ctr">
              <a:lnSpc>
                <a:spcPct val="100000"/>
              </a:lnSpc>
              <a:buNone/>
            </a:pPr>
            <a:r>
              <a:rPr lang="fr-FR" sz="1400" b="0" u="none" strike="noStrike">
                <a:solidFill>
                  <a:schemeClr val="dk1"/>
                </a:solidFill>
                <a:effectLst/>
                <a:uFillTx/>
                <a:latin typeface="Spline Sans"/>
                <a:ea typeface="Spline Sans"/>
              </a:rPr>
              <a:t>xx%</a:t>
            </a:r>
            <a:endParaRPr lang="fr-FR" sz="1400" b="0" u="none" strike="noStrike">
              <a:solidFill>
                <a:schemeClr val="dk1"/>
              </a:solidFill>
              <a:effectLst/>
              <a:uFillTx/>
              <a:latin typeface="Arial"/>
            </a:endParaRPr>
          </a:p>
        </p:txBody>
      </p:sp>
      <p:sp>
        <p:nvSpPr>
          <p:cNvPr id="9" name="PlaceHolder 5"/>
          <p:cNvSpPr>
            <a:spLocks noGrp="1"/>
          </p:cNvSpPr>
          <p:nvPr>
            <p:ph type="title"/>
          </p:nvPr>
        </p:nvSpPr>
        <p:spPr>
          <a:xfrm>
            <a:off x="4587480" y="4203720"/>
            <a:ext cx="865440" cy="310320"/>
          </a:xfrm>
          <a:prstGeom prst="rect">
            <a:avLst/>
          </a:prstGeom>
          <a:noFill/>
          <a:ln w="0">
            <a:noFill/>
          </a:ln>
        </p:spPr>
        <p:txBody>
          <a:bodyPr lIns="91440" tIns="91440" rIns="91440" bIns="91440" anchor="b">
            <a:noAutofit/>
          </a:bodyPr>
          <a:lstStyle/>
          <a:p>
            <a:pPr indent="0" algn="ctr">
              <a:lnSpc>
                <a:spcPct val="100000"/>
              </a:lnSpc>
              <a:buNone/>
            </a:pPr>
            <a:r>
              <a:rPr lang="fr-FR" sz="1400" b="0" u="none" strike="noStrike">
                <a:solidFill>
                  <a:schemeClr val="dk1"/>
                </a:solidFill>
                <a:effectLst/>
                <a:uFillTx/>
                <a:latin typeface="Spline Sans"/>
                <a:ea typeface="Spline Sans"/>
              </a:rPr>
              <a:t>xx%</a:t>
            </a:r>
            <a:endParaRPr lang="fr-FR" sz="1400" b="0" u="none" strike="noStrike">
              <a:solidFill>
                <a:schemeClr val="dk1"/>
              </a:solidFill>
              <a:effectLst/>
              <a:uFillTx/>
              <a:latin typeface="Arial"/>
            </a:endParaRPr>
          </a:p>
        </p:txBody>
      </p:sp>
      <p:sp>
        <p:nvSpPr>
          <p:cNvPr id="10" name="PlaceHolder 6"/>
          <p:cNvSpPr>
            <a:spLocks noGrp="1"/>
          </p:cNvSpPr>
          <p:nvPr>
            <p:ph type="title"/>
          </p:nvPr>
        </p:nvSpPr>
        <p:spPr>
          <a:xfrm>
            <a:off x="4587480" y="2166120"/>
            <a:ext cx="865440" cy="310320"/>
          </a:xfrm>
          <a:prstGeom prst="rect">
            <a:avLst/>
          </a:prstGeom>
          <a:noFill/>
          <a:ln w="0">
            <a:noFill/>
          </a:ln>
        </p:spPr>
        <p:txBody>
          <a:bodyPr lIns="91440" tIns="91440" rIns="91440" bIns="91440" anchor="b">
            <a:noAutofit/>
          </a:bodyPr>
          <a:lstStyle/>
          <a:p>
            <a:pPr indent="0" algn="ctr">
              <a:lnSpc>
                <a:spcPct val="100000"/>
              </a:lnSpc>
              <a:buNone/>
            </a:pPr>
            <a:r>
              <a:rPr lang="fr-FR" sz="1400" b="0" u="none" strike="noStrike">
                <a:solidFill>
                  <a:schemeClr val="dk1"/>
                </a:solidFill>
                <a:effectLst/>
                <a:uFillTx/>
                <a:latin typeface="Spline Sans"/>
                <a:ea typeface="Spline Sans"/>
              </a:rPr>
              <a:t>xx%</a:t>
            </a:r>
            <a:endParaRPr lang="fr-FR" sz="1400" b="0" u="none" strike="noStrike">
              <a:solidFill>
                <a:schemeClr val="dk1"/>
              </a:solidFill>
              <a:effectLst/>
              <a:uFillTx/>
              <a:latin typeface="Arial"/>
            </a:endParaRPr>
          </a:p>
        </p:txBody>
      </p:sp>
      <p:sp>
        <p:nvSpPr>
          <p:cNvPr id="11" name="PlaceHolder 7"/>
          <p:cNvSpPr>
            <a:spLocks noGrp="1"/>
          </p:cNvSpPr>
          <p:nvPr>
            <p:ph type="title"/>
          </p:nvPr>
        </p:nvSpPr>
        <p:spPr>
          <a:xfrm>
            <a:off x="4587480" y="2980800"/>
            <a:ext cx="865440" cy="310320"/>
          </a:xfrm>
          <a:prstGeom prst="rect">
            <a:avLst/>
          </a:prstGeom>
          <a:noFill/>
          <a:ln w="0">
            <a:noFill/>
          </a:ln>
        </p:spPr>
        <p:txBody>
          <a:bodyPr lIns="91440" tIns="91440" rIns="91440" bIns="91440" anchor="b">
            <a:noAutofit/>
          </a:bodyPr>
          <a:lstStyle/>
          <a:p>
            <a:pPr indent="0" algn="ctr">
              <a:lnSpc>
                <a:spcPct val="100000"/>
              </a:lnSpc>
              <a:buNone/>
            </a:pPr>
            <a:r>
              <a:rPr lang="fr-FR" sz="1400" b="0" u="none" strike="noStrike">
                <a:solidFill>
                  <a:schemeClr val="dk1"/>
                </a:solidFill>
                <a:effectLst/>
                <a:uFillTx/>
                <a:latin typeface="Spline Sans"/>
                <a:ea typeface="Spline Sans"/>
              </a:rPr>
              <a:t>xx%</a:t>
            </a:r>
            <a:endParaRPr lang="fr-FR" sz="1400" b="0" u="none" strike="noStrike">
              <a:solidFill>
                <a:schemeClr val="dk1"/>
              </a:solidFill>
              <a:effectLst/>
              <a:uFillTx/>
              <a:latin typeface="Arial"/>
            </a:endParaRPr>
          </a:p>
        </p:txBody>
      </p:sp>
      <p:sp>
        <p:nvSpPr>
          <p:cNvPr id="12" name="PlaceHolder 8"/>
          <p:cNvSpPr>
            <a:spLocks noGrp="1"/>
          </p:cNvSpPr>
          <p:nvPr>
            <p:ph type="title"/>
          </p:nvPr>
        </p:nvSpPr>
        <p:spPr>
          <a:xfrm>
            <a:off x="4587480" y="4611240"/>
            <a:ext cx="865440" cy="310320"/>
          </a:xfrm>
          <a:prstGeom prst="rect">
            <a:avLst/>
          </a:prstGeom>
          <a:noFill/>
          <a:ln w="0">
            <a:noFill/>
          </a:ln>
        </p:spPr>
        <p:txBody>
          <a:bodyPr lIns="91440" tIns="91440" rIns="91440" bIns="91440" anchor="b">
            <a:noAutofit/>
          </a:bodyPr>
          <a:lstStyle/>
          <a:p>
            <a:pPr indent="0" algn="ctr">
              <a:lnSpc>
                <a:spcPct val="100000"/>
              </a:lnSpc>
              <a:buNone/>
            </a:pPr>
            <a:r>
              <a:rPr lang="fr-FR" sz="1400" b="0" u="none" strike="noStrike">
                <a:solidFill>
                  <a:schemeClr val="dk1"/>
                </a:solidFill>
                <a:effectLst/>
                <a:uFillTx/>
                <a:latin typeface="Spline Sans"/>
                <a:ea typeface="Spline Sans"/>
              </a:rPr>
              <a:t>xx%</a:t>
            </a:r>
            <a:endParaRPr lang="fr-FR" sz="1400" b="0" u="none" strike="noStrike">
              <a:solidFill>
                <a:schemeClr val="dk1"/>
              </a:solidFill>
              <a:effectLst/>
              <a:uFillTx/>
              <a:latin typeface="Arial"/>
            </a:endParaRPr>
          </a:p>
        </p:txBody>
      </p:sp>
      <p:sp>
        <p:nvSpPr>
          <p:cNvPr id="13" name="PlaceHolder 9"/>
          <p:cNvSpPr>
            <a:spLocks noGrp="1"/>
          </p:cNvSpPr>
          <p:nvPr>
            <p:ph type="title"/>
          </p:nvPr>
        </p:nvSpPr>
        <p:spPr>
          <a:xfrm>
            <a:off x="4587480" y="1758600"/>
            <a:ext cx="865440" cy="310320"/>
          </a:xfrm>
          <a:prstGeom prst="rect">
            <a:avLst/>
          </a:prstGeom>
          <a:noFill/>
          <a:ln w="0">
            <a:noFill/>
          </a:ln>
        </p:spPr>
        <p:txBody>
          <a:bodyPr lIns="91440" tIns="91440" rIns="91440" bIns="91440" anchor="b">
            <a:noAutofit/>
          </a:bodyPr>
          <a:lstStyle/>
          <a:p>
            <a:pPr indent="0" algn="ctr">
              <a:lnSpc>
                <a:spcPct val="100000"/>
              </a:lnSpc>
              <a:buNone/>
            </a:pPr>
            <a:r>
              <a:rPr lang="fr-FR" sz="1400" b="0" u="none" strike="noStrike">
                <a:solidFill>
                  <a:schemeClr val="dk1"/>
                </a:solidFill>
                <a:effectLst/>
                <a:uFillTx/>
                <a:latin typeface="Spline Sans"/>
                <a:ea typeface="Spline Sans"/>
              </a:rPr>
              <a:t>xx%</a:t>
            </a:r>
            <a:endParaRPr lang="fr-FR" sz="1400" b="0" u="none" strike="noStrike">
              <a:solidFill>
                <a:schemeClr val="dk1"/>
              </a:solidFill>
              <a:effectLst/>
              <a:uFillTx/>
              <a:latin typeface="Arial"/>
            </a:endParaRPr>
          </a:p>
        </p:txBody>
      </p:sp>
      <p:sp>
        <p:nvSpPr>
          <p:cNvPr id="14" name="PlaceHolder 10"/>
          <p:cNvSpPr>
            <a:spLocks noGrp="1"/>
          </p:cNvSpPr>
          <p:nvPr>
            <p:ph type="sldNum" idx="3"/>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r>
              <a:rPr lang="en" sz="1600" b="0" u="none" strike="noStrike">
                <a:solidFill>
                  <a:schemeClr val="accent1"/>
                </a:solidFill>
                <a:effectLst/>
                <a:uFillTx/>
                <a:latin typeface="Gloock"/>
                <a:ea typeface="Gloock"/>
              </a:rPr>
              <a:t>0</a:t>
            </a:r>
            <a:fld id="{77827B82-58CF-432E-AB3C-D18D219E539B}"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228600" y="4362120"/>
            <a:ext cx="7600680" cy="572400"/>
          </a:xfrm>
          <a:prstGeom prst="rect">
            <a:avLst/>
          </a:prstGeom>
          <a:noFill/>
          <a:ln w="0">
            <a:noFill/>
          </a:ln>
        </p:spPr>
        <p:txBody>
          <a:bodyPr lIns="91440" tIns="91440" rIns="91440" bIns="91440" anchor="b">
            <a:noAutofit/>
          </a:bodyPr>
          <a:lstStyle/>
          <a:p>
            <a:pPr indent="0">
              <a:buNone/>
            </a:pPr>
            <a:r>
              <a:rPr lang="fr-FR" sz="2000" b="0" u="none" strike="noStrike">
                <a:solidFill>
                  <a:schemeClr val="dk1"/>
                </a:solidFill>
                <a:effectLst/>
                <a:uFillTx/>
                <a:latin typeface="Arial"/>
              </a:rPr>
              <a:t>Click to edit the title text format</a:t>
            </a:r>
          </a:p>
        </p:txBody>
      </p:sp>
      <p:sp>
        <p:nvSpPr>
          <p:cNvPr id="16" name="PlaceHolder 2"/>
          <p:cNvSpPr>
            <a:spLocks noGrp="1"/>
          </p:cNvSpPr>
          <p:nvPr>
            <p:ph type="sldNum" idx="4"/>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fld id="{4BE72D60-7EF2-4E4C-A108-AEF538DA1625}"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TITLE_ONLY_2">
    <p:bg>
      <p:bgPr>
        <a:solidFill>
          <a:schemeClr val="lt1"/>
        </a:solidFill>
        <a:effectLst/>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228600" y="209520"/>
            <a:ext cx="7600680" cy="57240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18" name="PlaceHolder 2"/>
          <p:cNvSpPr>
            <a:spLocks noGrp="1"/>
          </p:cNvSpPr>
          <p:nvPr>
            <p:ph type="sldNum" idx="5"/>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fld id="{81059610-06FC-4191-B184-4ADC31C7254A}"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19_1_1">
    <p:bg>
      <p:bgPr>
        <a:solidFill>
          <a:schemeClr val="lt1"/>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3343320" y="3076200"/>
            <a:ext cx="3400200" cy="1855800"/>
          </a:xfrm>
          <a:prstGeom prst="rect">
            <a:avLst/>
          </a:prstGeom>
          <a:noFill/>
          <a:ln w="0">
            <a:noFill/>
          </a:ln>
        </p:spPr>
        <p:txBody>
          <a:bodyPr lIns="91440" tIns="91440" rIns="91440" bIns="91440" anchor="b">
            <a:noAutofit/>
          </a:bodyPr>
          <a:lstStyle/>
          <a:p>
            <a:pPr indent="0">
              <a:buNone/>
            </a:pPr>
            <a:r>
              <a:rPr lang="fr-FR" sz="2000" b="0" u="none" strike="noStrike">
                <a:solidFill>
                  <a:schemeClr val="dk1"/>
                </a:solidFill>
                <a:effectLst/>
                <a:uFillTx/>
                <a:latin typeface="Arial"/>
              </a:rPr>
              <a:t>Click to edit the title text format</a:t>
            </a:r>
          </a:p>
        </p:txBody>
      </p:sp>
      <p:sp>
        <p:nvSpPr>
          <p:cNvPr id="20" name="PlaceHolder 2"/>
          <p:cNvSpPr>
            <a:spLocks noGrp="1"/>
          </p:cNvSpPr>
          <p:nvPr>
            <p:ph type="sldNum" idx="6"/>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r>
              <a:rPr lang="en" sz="1600" b="0" u="none" strike="noStrike">
                <a:solidFill>
                  <a:schemeClr val="accent1"/>
                </a:solidFill>
                <a:effectLst/>
                <a:uFillTx/>
                <a:latin typeface="Gloock"/>
                <a:ea typeface="Gloock"/>
              </a:rPr>
              <a:t>0</a:t>
            </a:r>
            <a:fld id="{BF685D56-608C-4142-9F60-6747D6805927}"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sp>
        <p:nvSpPr>
          <p:cNvPr id="21"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228600" y="210240"/>
            <a:ext cx="4539960" cy="109332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23" name="PlaceHolder 2"/>
          <p:cNvSpPr>
            <a:spLocks noGrp="1"/>
          </p:cNvSpPr>
          <p:nvPr>
            <p:ph type="body"/>
          </p:nvPr>
        </p:nvSpPr>
        <p:spPr>
          <a:xfrm>
            <a:off x="343080" y="2571840"/>
            <a:ext cx="3141720" cy="2234520"/>
          </a:xfrm>
          <a:prstGeom prst="rect">
            <a:avLst/>
          </a:prstGeom>
          <a:noFill/>
          <a:ln w="0">
            <a:noFill/>
          </a:ln>
        </p:spPr>
        <p:txBody>
          <a:bodyPr lIns="90000" tIns="45000" rIns="90000" bIns="45000" anchor="t">
            <a:normAutofit fontScale="3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24" name="PlaceHolder 3"/>
          <p:cNvSpPr>
            <a:spLocks noGrp="1"/>
          </p:cNvSpPr>
          <p:nvPr>
            <p:ph type="sldNum" idx="7"/>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r>
              <a:rPr lang="en" sz="1600" b="0" u="none" strike="noStrike">
                <a:solidFill>
                  <a:schemeClr val="accent1"/>
                </a:solidFill>
                <a:effectLst/>
                <a:uFillTx/>
                <a:latin typeface="Gloock"/>
                <a:ea typeface="Gloock"/>
              </a:rPr>
              <a:t>0</a:t>
            </a:r>
            <a:fld id="{85B3C374-1F0B-4E25-AD3F-4659A2F4C57E}"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5_1_1">
    <p:bg>
      <p:bgPr>
        <a:solidFill>
          <a:schemeClr val="lt1"/>
        </a:solidFill>
        <a:effectLst/>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6201360" y="3379680"/>
            <a:ext cx="2731320" cy="1561320"/>
          </a:xfrm>
          <a:prstGeom prst="rect">
            <a:avLst/>
          </a:prstGeom>
          <a:noFill/>
          <a:ln w="0">
            <a:noFill/>
          </a:ln>
        </p:spPr>
        <p:txBody>
          <a:bodyPr lIns="91440" tIns="91440" rIns="91440" bIns="91440" anchor="b">
            <a:noAutofit/>
          </a:bodyPr>
          <a:lstStyle/>
          <a:p>
            <a:pPr indent="0">
              <a:buNone/>
            </a:pPr>
            <a:r>
              <a:rPr lang="fr-FR" sz="2000" b="0" u="none" strike="noStrike">
                <a:solidFill>
                  <a:schemeClr val="dk1"/>
                </a:solidFill>
                <a:effectLst/>
                <a:uFillTx/>
                <a:latin typeface="Arial"/>
              </a:rPr>
              <a:t>Click to edit the title text format</a:t>
            </a:r>
          </a:p>
        </p:txBody>
      </p:sp>
      <p:sp>
        <p:nvSpPr>
          <p:cNvPr id="26" name="PlaceHolder 2"/>
          <p:cNvSpPr>
            <a:spLocks noGrp="1"/>
          </p:cNvSpPr>
          <p:nvPr>
            <p:ph type="title"/>
          </p:nvPr>
        </p:nvSpPr>
        <p:spPr>
          <a:xfrm>
            <a:off x="228600" y="1195560"/>
            <a:ext cx="678600" cy="310320"/>
          </a:xfrm>
          <a:prstGeom prst="rect">
            <a:avLst/>
          </a:prstGeom>
          <a:noFill/>
          <a:ln w="0">
            <a:noFill/>
          </a:ln>
        </p:spPr>
        <p:txBody>
          <a:bodyPr lIns="91440" tIns="91440" rIns="91440" bIns="91440" anchor="t">
            <a:noAutofit/>
          </a:bodyPr>
          <a:lstStyle/>
          <a:p>
            <a:pPr indent="0" algn="ctr">
              <a:lnSpc>
                <a:spcPct val="100000"/>
              </a:lnSpc>
              <a:buNone/>
            </a:pPr>
            <a:r>
              <a:rPr lang="fr-FR" sz="1400" b="0" u="none" strike="noStrike">
                <a:solidFill>
                  <a:schemeClr val="dk1"/>
                </a:solidFill>
                <a:effectLst/>
                <a:uFillTx/>
                <a:latin typeface="Spline Sans"/>
                <a:ea typeface="Spline Sans"/>
              </a:rPr>
              <a:t>xx%</a:t>
            </a:r>
            <a:endParaRPr lang="fr-FR" sz="1400" b="0" u="none" strike="noStrike">
              <a:solidFill>
                <a:schemeClr val="dk1"/>
              </a:solidFill>
              <a:effectLst/>
              <a:uFillTx/>
              <a:latin typeface="Arial"/>
            </a:endParaRPr>
          </a:p>
        </p:txBody>
      </p:sp>
      <p:sp>
        <p:nvSpPr>
          <p:cNvPr id="27" name="PlaceHolder 3"/>
          <p:cNvSpPr>
            <a:spLocks noGrp="1"/>
          </p:cNvSpPr>
          <p:nvPr>
            <p:ph type="title"/>
          </p:nvPr>
        </p:nvSpPr>
        <p:spPr>
          <a:xfrm>
            <a:off x="228600" y="210240"/>
            <a:ext cx="677520" cy="310320"/>
          </a:xfrm>
          <a:prstGeom prst="rect">
            <a:avLst/>
          </a:prstGeom>
          <a:noFill/>
          <a:ln w="0">
            <a:noFill/>
          </a:ln>
        </p:spPr>
        <p:txBody>
          <a:bodyPr lIns="91440" tIns="91440" rIns="91440" bIns="91440" anchor="t">
            <a:noAutofit/>
          </a:bodyPr>
          <a:lstStyle/>
          <a:p>
            <a:pPr indent="0" algn="ctr">
              <a:lnSpc>
                <a:spcPct val="100000"/>
              </a:lnSpc>
              <a:buNone/>
            </a:pPr>
            <a:r>
              <a:rPr lang="fr-FR" sz="1400" b="0" u="none" strike="noStrike">
                <a:solidFill>
                  <a:schemeClr val="dk1"/>
                </a:solidFill>
                <a:effectLst/>
                <a:uFillTx/>
                <a:latin typeface="Spline Sans"/>
                <a:ea typeface="Spline Sans"/>
              </a:rPr>
              <a:t>xx%</a:t>
            </a:r>
            <a:endParaRPr lang="fr-FR" sz="1400" b="0" u="none" strike="noStrike">
              <a:solidFill>
                <a:schemeClr val="dk1"/>
              </a:solidFill>
              <a:effectLst/>
              <a:uFillTx/>
              <a:latin typeface="Arial"/>
            </a:endParaRPr>
          </a:p>
        </p:txBody>
      </p:sp>
      <p:sp>
        <p:nvSpPr>
          <p:cNvPr id="28" name="PlaceHolder 4"/>
          <p:cNvSpPr>
            <a:spLocks noGrp="1"/>
          </p:cNvSpPr>
          <p:nvPr>
            <p:ph type="title"/>
          </p:nvPr>
        </p:nvSpPr>
        <p:spPr>
          <a:xfrm>
            <a:off x="228600" y="2180880"/>
            <a:ext cx="678600" cy="310320"/>
          </a:xfrm>
          <a:prstGeom prst="rect">
            <a:avLst/>
          </a:prstGeom>
          <a:noFill/>
          <a:ln w="0">
            <a:noFill/>
          </a:ln>
        </p:spPr>
        <p:txBody>
          <a:bodyPr lIns="91440" tIns="91440" rIns="91440" bIns="91440" anchor="t">
            <a:noAutofit/>
          </a:bodyPr>
          <a:lstStyle/>
          <a:p>
            <a:pPr indent="0" algn="ctr">
              <a:lnSpc>
                <a:spcPct val="100000"/>
              </a:lnSpc>
              <a:buNone/>
            </a:pPr>
            <a:r>
              <a:rPr lang="fr-FR" sz="1400" b="0" u="none" strike="noStrike">
                <a:solidFill>
                  <a:schemeClr val="dk1"/>
                </a:solidFill>
                <a:effectLst/>
                <a:uFillTx/>
                <a:latin typeface="Spline Sans"/>
                <a:ea typeface="Spline Sans"/>
              </a:rPr>
              <a:t>xx%</a:t>
            </a:r>
            <a:endParaRPr lang="fr-FR" sz="1400" b="0" u="none" strike="noStrike">
              <a:solidFill>
                <a:schemeClr val="dk1"/>
              </a:solidFill>
              <a:effectLst/>
              <a:uFillTx/>
              <a:latin typeface="Arial"/>
            </a:endParaRPr>
          </a:p>
        </p:txBody>
      </p:sp>
      <p:sp>
        <p:nvSpPr>
          <p:cNvPr id="29" name="PlaceHolder 5"/>
          <p:cNvSpPr>
            <a:spLocks noGrp="1"/>
          </p:cNvSpPr>
          <p:nvPr>
            <p:ph type="sldNum" idx="8"/>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r>
              <a:rPr lang="en" sz="1600" b="0" u="none" strike="noStrike">
                <a:solidFill>
                  <a:schemeClr val="accent1"/>
                </a:solidFill>
                <a:effectLst/>
                <a:uFillTx/>
                <a:latin typeface="Gloock"/>
                <a:ea typeface="Gloock"/>
              </a:rPr>
              <a:t>0</a:t>
            </a:r>
            <a:fld id="{B5BEFE42-789B-4F93-80DA-5328BAC7239C}"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22_1_1_1_1">
    <p:bg>
      <p:bgPr>
        <a:solidFill>
          <a:schemeClr val="lt1"/>
        </a:solidFill>
        <a:effectLst/>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228600" y="210240"/>
            <a:ext cx="3256200" cy="156312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31" name="PlaceHolder 2"/>
          <p:cNvSpPr>
            <a:spLocks noGrp="1"/>
          </p:cNvSpPr>
          <p:nvPr>
            <p:ph type="sldNum" idx="9"/>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r>
              <a:rPr lang="en" sz="1600" b="0" u="none" strike="noStrike">
                <a:solidFill>
                  <a:schemeClr val="accent1"/>
                </a:solidFill>
                <a:effectLst/>
                <a:uFillTx/>
                <a:latin typeface="Gloock"/>
                <a:ea typeface="Gloock"/>
              </a:rPr>
              <a:t>0</a:t>
            </a:r>
            <a:fld id="{98F612A6-06F4-409E-A483-FEE4DCAA54F6}"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228600" y="228600"/>
            <a:ext cx="3800160" cy="1058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33" name="PlaceHolder 2"/>
          <p:cNvSpPr>
            <a:spLocks noGrp="1"/>
          </p:cNvSpPr>
          <p:nvPr>
            <p:ph type="sldNum" idx="10"/>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fld id="{4C37E8A7-5937-4DAA-BE48-409114A71417}"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sp>
        <p:nvSpPr>
          <p:cNvPr id="34" name="Google Shape;111;p20"/>
          <p:cNvSpPr/>
          <p:nvPr/>
        </p:nvSpPr>
        <p:spPr>
          <a:xfrm>
            <a:off x="5655600" y="3925440"/>
            <a:ext cx="324648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just" defTabSz="914400">
              <a:lnSpc>
                <a:spcPct val="100000"/>
              </a:lnSpc>
              <a:spcBef>
                <a:spcPts val="300"/>
              </a:spcBef>
              <a:tabLst>
                <a:tab pos="0" algn="l"/>
              </a:tabLst>
            </a:pPr>
            <a:r>
              <a:rPr lang="en" sz="1000" b="1" u="none" strike="noStrike">
                <a:solidFill>
                  <a:schemeClr val="dk1"/>
                </a:solidFill>
                <a:effectLst/>
                <a:uFillTx/>
                <a:latin typeface="Spline Sans"/>
                <a:ea typeface="Spline Sans"/>
              </a:rPr>
              <a:t>CREDITS:</a:t>
            </a:r>
            <a:r>
              <a:rPr lang="en" sz="1000" b="0" u="none" strike="noStrike">
                <a:solidFill>
                  <a:schemeClr val="dk1"/>
                </a:solidFill>
                <a:effectLst/>
                <a:uFillTx/>
                <a:latin typeface="Spline Sans"/>
                <a:ea typeface="Spline Sans"/>
              </a:rPr>
              <a:t> This presentation template was created by </a:t>
            </a:r>
            <a:r>
              <a:rPr lang="en" sz="1000" b="1" u="sng" strike="noStrike">
                <a:solidFill>
                  <a:schemeClr val="hlink"/>
                </a:solidFill>
                <a:effectLst/>
                <a:uFillTx/>
                <a:latin typeface="Spline Sans"/>
                <a:ea typeface="Spline Sans"/>
                <a:hlinkClick r:id="rId2"/>
              </a:rPr>
              <a:t>Slidesgo</a:t>
            </a:r>
            <a:r>
              <a:rPr lang="en" sz="1000" b="0" u="none" strike="noStrike">
                <a:solidFill>
                  <a:schemeClr val="dk1"/>
                </a:solidFill>
                <a:effectLst/>
                <a:uFillTx/>
                <a:latin typeface="Spline Sans"/>
                <a:ea typeface="Spline Sans"/>
              </a:rPr>
              <a:t>, and includes icons, infographics &amp; images by </a:t>
            </a:r>
            <a:r>
              <a:rPr lang="en" sz="1000" b="1" u="sng" strike="noStrike">
                <a:solidFill>
                  <a:schemeClr val="dk1"/>
                </a:solidFill>
                <a:effectLst/>
                <a:uFillTx/>
                <a:latin typeface="Spline Sans"/>
                <a:ea typeface="Spline Sans"/>
                <a:hlinkClick r:id="rId3"/>
              </a:rPr>
              <a:t>Freepik</a:t>
            </a:r>
            <a:r>
              <a:rPr lang="en" sz="1000" b="0" u="sng" strike="noStrike">
                <a:solidFill>
                  <a:schemeClr val="dk1"/>
                </a:solidFill>
                <a:effectLst/>
                <a:uFillTx/>
                <a:latin typeface="Spline Sans"/>
                <a:ea typeface="Spline Sans"/>
              </a:rPr>
              <a:t> </a:t>
            </a:r>
            <a:endParaRPr lang="en-US" sz="1000" b="0" u="none" strike="noStrike">
              <a:solidFill>
                <a:srgbClr val="000000"/>
              </a:solidFill>
              <a:effectLst/>
              <a:uFillTx/>
              <a:latin typeface="OpenSymbo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2801880" y="3453120"/>
            <a:ext cx="6113160" cy="1510920"/>
          </a:xfrm>
          <a:prstGeom prst="rect">
            <a:avLst/>
          </a:prstGeom>
          <a:noFill/>
          <a:ln w="0">
            <a:noFill/>
          </a:ln>
        </p:spPr>
        <p:txBody>
          <a:bodyPr lIns="91440" tIns="91440" rIns="91440" bIns="91440" anchor="b">
            <a:noAutofit/>
          </a:bodyPr>
          <a:lstStyle/>
          <a:p>
            <a:pPr indent="0">
              <a:buNone/>
            </a:pPr>
            <a:r>
              <a:rPr lang="fr-FR" sz="3000" b="0" u="none" strike="noStrike">
                <a:solidFill>
                  <a:schemeClr val="dk1"/>
                </a:solidFill>
                <a:effectLst/>
                <a:uFillTx/>
                <a:latin typeface="Arial"/>
              </a:rPr>
              <a:t>Click to edit the title text format</a:t>
            </a:r>
          </a:p>
        </p:txBody>
      </p:sp>
      <p:sp>
        <p:nvSpPr>
          <p:cNvPr id="36" name="PlaceHolder 2"/>
          <p:cNvSpPr>
            <a:spLocks noGrp="1"/>
          </p:cNvSpPr>
          <p:nvPr>
            <p:ph type="title"/>
          </p:nvPr>
        </p:nvSpPr>
        <p:spPr>
          <a:xfrm>
            <a:off x="228600" y="190080"/>
            <a:ext cx="1651680" cy="915480"/>
          </a:xfrm>
          <a:prstGeom prst="rect">
            <a:avLst/>
          </a:prstGeom>
          <a:noFill/>
          <a:ln w="0">
            <a:noFill/>
          </a:ln>
        </p:spPr>
        <p:txBody>
          <a:bodyPr lIns="91440" tIns="91440" rIns="91440" bIns="91440" anchor="t">
            <a:noAutofit/>
          </a:bodyPr>
          <a:lstStyle/>
          <a:p>
            <a:pPr indent="0">
              <a:lnSpc>
                <a:spcPct val="100000"/>
              </a:lnSpc>
              <a:buNone/>
            </a:pPr>
            <a:r>
              <a:rPr lang="fr-FR" sz="3500" b="0" u="none" strike="noStrike">
                <a:solidFill>
                  <a:schemeClr val="dk1"/>
                </a:solidFill>
                <a:effectLst/>
                <a:uFillTx/>
                <a:latin typeface="Spline Sans"/>
                <a:ea typeface="Spline Sans"/>
              </a:rPr>
              <a:t>xx%</a:t>
            </a:r>
            <a:endParaRPr lang="fr-FR" sz="3500" b="0" u="none" strike="noStrike">
              <a:solidFill>
                <a:schemeClr val="dk1"/>
              </a:solidFill>
              <a:effectLst/>
              <a:uFillTx/>
              <a:latin typeface="Arial"/>
            </a:endParaRPr>
          </a:p>
        </p:txBody>
      </p:sp>
      <p:sp>
        <p:nvSpPr>
          <p:cNvPr id="37" name="PlaceHolder 3"/>
          <p:cNvSpPr>
            <a:spLocks noGrp="1"/>
          </p:cNvSpPr>
          <p:nvPr>
            <p:ph type="sldNum" idx="11"/>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r>
              <a:rPr lang="en" sz="1600" b="0" u="none" strike="noStrike">
                <a:solidFill>
                  <a:schemeClr val="accent1"/>
                </a:solidFill>
                <a:effectLst/>
                <a:uFillTx/>
                <a:latin typeface="Gloock"/>
                <a:ea typeface="Gloock"/>
              </a:rPr>
              <a:t>0</a:t>
            </a:r>
            <a:fld id="{6C451794-5E17-4D20-A2F0-561F27BCF438}"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sp>
        <p:nvSpPr>
          <p:cNvPr id="38" name="PlaceHolder 1"/>
          <p:cNvSpPr>
            <a:spLocks noGrp="1"/>
          </p:cNvSpPr>
          <p:nvPr>
            <p:ph type="sldNum" idx="12"/>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fld id="{F5EA2CE6-1B0F-4A09-92B0-DE5228BACACD}"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grpSp>
        <p:nvGrpSpPr>
          <p:cNvPr id="39" name="Google Shape;114;p21"/>
          <p:cNvGrpSpPr/>
          <p:nvPr/>
        </p:nvGrpSpPr>
        <p:grpSpPr>
          <a:xfrm>
            <a:off x="228600" y="228600"/>
            <a:ext cx="8686800" cy="4686120"/>
            <a:chOff x="228600" y="228600"/>
            <a:chExt cx="8686800" cy="4686120"/>
          </a:xfrm>
        </p:grpSpPr>
        <p:cxnSp>
          <p:nvCxnSpPr>
            <p:cNvPr id="40" name="Google Shape;115;p21"/>
            <p:cNvCxnSpPr/>
            <p:nvPr/>
          </p:nvCxnSpPr>
          <p:spPr>
            <a:xfrm>
              <a:off x="1321920" y="4248720"/>
              <a:ext cx="360" cy="666360"/>
            </a:xfrm>
            <a:prstGeom prst="straightConnector1">
              <a:avLst/>
            </a:prstGeom>
            <a:ln w="9525">
              <a:solidFill>
                <a:srgbClr val="A92422"/>
              </a:solidFill>
              <a:round/>
            </a:ln>
          </p:spPr>
        </p:cxnSp>
        <p:cxnSp>
          <p:nvCxnSpPr>
            <p:cNvPr id="41" name="Google Shape;116;p21"/>
            <p:cNvCxnSpPr/>
            <p:nvPr/>
          </p:nvCxnSpPr>
          <p:spPr>
            <a:xfrm>
              <a:off x="1321920" y="4020120"/>
              <a:ext cx="360" cy="228960"/>
            </a:xfrm>
            <a:prstGeom prst="straightConnector1">
              <a:avLst/>
            </a:prstGeom>
            <a:ln w="9525">
              <a:solidFill>
                <a:srgbClr val="A92422"/>
              </a:solidFill>
              <a:prstDash val="dot"/>
              <a:round/>
            </a:ln>
          </p:spPr>
        </p:cxnSp>
        <p:cxnSp>
          <p:nvCxnSpPr>
            <p:cNvPr id="42" name="Google Shape;117;p21"/>
            <p:cNvCxnSpPr/>
            <p:nvPr/>
          </p:nvCxnSpPr>
          <p:spPr>
            <a:xfrm flipH="1">
              <a:off x="1196640" y="4134600"/>
              <a:ext cx="228960" cy="360"/>
            </a:xfrm>
            <a:prstGeom prst="straightConnector1">
              <a:avLst/>
            </a:prstGeom>
            <a:ln w="9525">
              <a:solidFill>
                <a:srgbClr val="A92422"/>
              </a:solidFill>
              <a:prstDash val="dot"/>
              <a:round/>
            </a:ln>
          </p:spPr>
        </p:cxnSp>
        <p:cxnSp>
          <p:nvCxnSpPr>
            <p:cNvPr id="43" name="Google Shape;118;p21"/>
            <p:cNvCxnSpPr/>
            <p:nvPr/>
          </p:nvCxnSpPr>
          <p:spPr>
            <a:xfrm flipH="1">
              <a:off x="1321920" y="228600"/>
              <a:ext cx="1440" cy="3791880"/>
            </a:xfrm>
            <a:prstGeom prst="straightConnector1">
              <a:avLst/>
            </a:prstGeom>
            <a:ln w="9525">
              <a:solidFill>
                <a:srgbClr val="A92422"/>
              </a:solidFill>
              <a:round/>
            </a:ln>
          </p:spPr>
        </p:cxnSp>
        <p:cxnSp>
          <p:nvCxnSpPr>
            <p:cNvPr id="44" name="Google Shape;119;p21"/>
            <p:cNvCxnSpPr/>
            <p:nvPr/>
          </p:nvCxnSpPr>
          <p:spPr>
            <a:xfrm flipH="1">
              <a:off x="1425240" y="4134600"/>
              <a:ext cx="7490520" cy="360"/>
            </a:xfrm>
            <a:prstGeom prst="straightConnector1">
              <a:avLst/>
            </a:prstGeom>
            <a:ln w="9525">
              <a:solidFill>
                <a:srgbClr val="A92422"/>
              </a:solidFill>
              <a:round/>
            </a:ln>
          </p:spPr>
        </p:cxnSp>
        <p:cxnSp>
          <p:nvCxnSpPr>
            <p:cNvPr id="45" name="Google Shape;120;p21"/>
            <p:cNvCxnSpPr/>
            <p:nvPr/>
          </p:nvCxnSpPr>
          <p:spPr>
            <a:xfrm flipH="1">
              <a:off x="228600" y="4134600"/>
              <a:ext cx="968400" cy="360"/>
            </a:xfrm>
            <a:prstGeom prst="straightConnector1">
              <a:avLst/>
            </a:prstGeom>
            <a:ln w="9525">
              <a:solidFill>
                <a:srgbClr val="A92422"/>
              </a:solidFill>
              <a:round/>
            </a:ln>
          </p:spPr>
        </p:cxn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sp>
        <p:nvSpPr>
          <p:cNvPr id="46" name="PlaceHolder 1"/>
          <p:cNvSpPr>
            <a:spLocks noGrp="1"/>
          </p:cNvSpPr>
          <p:nvPr>
            <p:ph type="sldNum" idx="13"/>
          </p:nvPr>
        </p:nvSpPr>
        <p:spPr>
          <a:xfrm>
            <a:off x="1314360" y="17856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fld id="{6EFABE87-0EDA-4821-8E40-32A892143F1B}"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grpSp>
        <p:nvGrpSpPr>
          <p:cNvPr id="47" name="Google Shape;123;p22"/>
          <p:cNvGrpSpPr/>
          <p:nvPr/>
        </p:nvGrpSpPr>
        <p:grpSpPr>
          <a:xfrm>
            <a:off x="228240" y="228240"/>
            <a:ext cx="8687160" cy="4686480"/>
            <a:chOff x="228240" y="228240"/>
            <a:chExt cx="8687160" cy="4686480"/>
          </a:xfrm>
        </p:grpSpPr>
        <p:cxnSp>
          <p:nvCxnSpPr>
            <p:cNvPr id="48" name="Google Shape;124;p22"/>
            <p:cNvCxnSpPr/>
            <p:nvPr/>
          </p:nvCxnSpPr>
          <p:spPr>
            <a:xfrm flipV="1">
              <a:off x="2404800" y="228240"/>
              <a:ext cx="360" cy="666360"/>
            </a:xfrm>
            <a:prstGeom prst="straightConnector1">
              <a:avLst/>
            </a:prstGeom>
            <a:ln w="9525">
              <a:solidFill>
                <a:srgbClr val="A92422"/>
              </a:solidFill>
              <a:round/>
            </a:ln>
          </p:spPr>
        </p:cxnSp>
        <p:cxnSp>
          <p:nvCxnSpPr>
            <p:cNvPr id="49" name="Google Shape;125;p22"/>
            <p:cNvCxnSpPr/>
            <p:nvPr/>
          </p:nvCxnSpPr>
          <p:spPr>
            <a:xfrm flipV="1">
              <a:off x="2404800" y="894240"/>
              <a:ext cx="360" cy="228960"/>
            </a:xfrm>
            <a:prstGeom prst="straightConnector1">
              <a:avLst/>
            </a:prstGeom>
            <a:ln w="9525">
              <a:solidFill>
                <a:srgbClr val="A92422"/>
              </a:solidFill>
              <a:prstDash val="dot"/>
              <a:round/>
            </a:ln>
          </p:spPr>
        </p:cxnSp>
        <p:cxnSp>
          <p:nvCxnSpPr>
            <p:cNvPr id="50" name="Google Shape;126;p22"/>
            <p:cNvCxnSpPr/>
            <p:nvPr/>
          </p:nvCxnSpPr>
          <p:spPr>
            <a:xfrm flipH="1">
              <a:off x="2279520" y="1008720"/>
              <a:ext cx="228960" cy="360"/>
            </a:xfrm>
            <a:prstGeom prst="straightConnector1">
              <a:avLst/>
            </a:prstGeom>
            <a:ln w="9525">
              <a:solidFill>
                <a:srgbClr val="A92422"/>
              </a:solidFill>
              <a:prstDash val="dot"/>
              <a:round/>
            </a:ln>
          </p:spPr>
        </p:cxnSp>
        <p:cxnSp>
          <p:nvCxnSpPr>
            <p:cNvPr id="51" name="Google Shape;127;p22"/>
            <p:cNvCxnSpPr/>
            <p:nvPr/>
          </p:nvCxnSpPr>
          <p:spPr>
            <a:xfrm flipH="1" flipV="1">
              <a:off x="2404800" y="1123200"/>
              <a:ext cx="1440" cy="3791880"/>
            </a:xfrm>
            <a:prstGeom prst="straightConnector1">
              <a:avLst/>
            </a:prstGeom>
            <a:ln w="9525">
              <a:solidFill>
                <a:srgbClr val="A92422"/>
              </a:solidFill>
              <a:round/>
            </a:ln>
          </p:spPr>
        </p:cxnSp>
        <p:cxnSp>
          <p:nvCxnSpPr>
            <p:cNvPr id="52" name="Google Shape;128;p22"/>
            <p:cNvCxnSpPr/>
            <p:nvPr/>
          </p:nvCxnSpPr>
          <p:spPr>
            <a:xfrm flipH="1">
              <a:off x="2507760" y="1008720"/>
              <a:ext cx="6408000" cy="360"/>
            </a:xfrm>
            <a:prstGeom prst="straightConnector1">
              <a:avLst/>
            </a:prstGeom>
            <a:ln w="9525">
              <a:solidFill>
                <a:srgbClr val="A92422"/>
              </a:solidFill>
              <a:round/>
            </a:ln>
          </p:spPr>
        </p:cxnSp>
        <p:cxnSp>
          <p:nvCxnSpPr>
            <p:cNvPr id="53" name="Google Shape;129;p22"/>
            <p:cNvCxnSpPr/>
            <p:nvPr/>
          </p:nvCxnSpPr>
          <p:spPr>
            <a:xfrm flipH="1">
              <a:off x="228240" y="1008720"/>
              <a:ext cx="2051640" cy="360"/>
            </a:xfrm>
            <a:prstGeom prst="straightConnector1">
              <a:avLst/>
            </a:prstGeom>
            <a:ln w="9525">
              <a:solidFill>
                <a:srgbClr val="A92422"/>
              </a:solidFill>
              <a:round/>
            </a:ln>
          </p:spPr>
        </p:cxn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228600" y="210240"/>
            <a:ext cx="7600680" cy="57240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55" name="PlaceHolder 2"/>
          <p:cNvSpPr>
            <a:spLocks noGrp="1"/>
          </p:cNvSpPr>
          <p:nvPr>
            <p:ph type="body"/>
          </p:nvPr>
        </p:nvSpPr>
        <p:spPr>
          <a:xfrm>
            <a:off x="228600" y="1498680"/>
            <a:ext cx="7703640" cy="3416040"/>
          </a:xfrm>
          <a:prstGeom prst="rect">
            <a:avLst/>
          </a:prstGeom>
          <a:noFill/>
          <a:ln w="0">
            <a:noFill/>
          </a:ln>
        </p:spPr>
        <p:txBody>
          <a:bodyPr lIns="91440" tIns="91440" rIns="91440" bIns="91440" anchor="b">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56" name="PlaceHolder 3"/>
          <p:cNvSpPr>
            <a:spLocks noGrp="1"/>
          </p:cNvSpPr>
          <p:nvPr>
            <p:ph type="sldNum" idx="14"/>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fld id="{76E38539-11A1-4824-8D06-B8ACFBEB28E6}"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228600" y="210240"/>
            <a:ext cx="3116520" cy="115272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58" name="PlaceHolder 2"/>
          <p:cNvSpPr>
            <a:spLocks noGrp="1"/>
          </p:cNvSpPr>
          <p:nvPr>
            <p:ph type="sldNum" idx="15"/>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r>
              <a:rPr lang="en" sz="1600" b="0" u="none" strike="noStrike">
                <a:solidFill>
                  <a:schemeClr val="accent1"/>
                </a:solidFill>
                <a:effectLst/>
                <a:uFillTx/>
                <a:latin typeface="Gloock"/>
                <a:ea typeface="Gloock"/>
              </a:rPr>
              <a:t>0</a:t>
            </a:r>
            <a:fld id="{B3D3D453-B4E1-4E98-8DA9-25C6E6EDD5C7}"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228600" y="209520"/>
            <a:ext cx="7600680" cy="57240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60" name="PlaceHolder 2"/>
          <p:cNvSpPr>
            <a:spLocks noGrp="1"/>
          </p:cNvSpPr>
          <p:nvPr>
            <p:ph type="sldNum" idx="16"/>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r>
              <a:rPr lang="en" sz="1600" b="0" u="none" strike="noStrike">
                <a:solidFill>
                  <a:schemeClr val="accent1"/>
                </a:solidFill>
                <a:effectLst/>
                <a:uFillTx/>
                <a:latin typeface="Gloock"/>
                <a:ea typeface="Gloock"/>
              </a:rPr>
              <a:t>0</a:t>
            </a:r>
            <a:fld id="{129E9B2E-F7D1-44EB-B021-F4B8D81D661A}"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228600" y="210240"/>
            <a:ext cx="2169720" cy="158220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62" name="PlaceHolder 2"/>
          <p:cNvSpPr>
            <a:spLocks noGrp="1"/>
          </p:cNvSpPr>
          <p:nvPr>
            <p:ph type="sldNum" idx="17"/>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fld id="{877EDC24-2398-4161-BA3E-039A47545AA3}"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228600" y="228600"/>
            <a:ext cx="5606640" cy="25290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64" name="PlaceHolder 2"/>
          <p:cNvSpPr>
            <a:spLocks noGrp="1"/>
          </p:cNvSpPr>
          <p:nvPr>
            <p:ph type="sldNum" idx="18"/>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fld id="{9222580C-38AE-46E8-88BA-A4A050E333E1}"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65" name="PlaceHolder 1"/>
          <p:cNvSpPr>
            <a:spLocks noGrp="1"/>
          </p:cNvSpPr>
          <p:nvPr>
            <p:ph type="title"/>
          </p:nvPr>
        </p:nvSpPr>
        <p:spPr>
          <a:xfrm>
            <a:off x="228600" y="3727440"/>
            <a:ext cx="4343040" cy="1186920"/>
          </a:xfrm>
          <a:prstGeom prst="rect">
            <a:avLst/>
          </a:prstGeom>
          <a:noFill/>
          <a:ln w="0">
            <a:noFill/>
          </a:ln>
        </p:spPr>
        <p:txBody>
          <a:bodyPr lIns="91440" tIns="91440" rIns="91440" bIns="91440" anchor="b">
            <a:noAutofit/>
          </a:bodyPr>
          <a:lstStyle/>
          <a:p>
            <a:pPr indent="0">
              <a:buNone/>
            </a:pPr>
            <a:r>
              <a:rPr lang="fr-FR" sz="3000" b="0" u="none" strike="noStrike">
                <a:solidFill>
                  <a:schemeClr val="dk1"/>
                </a:solidFill>
                <a:effectLst/>
                <a:uFillTx/>
                <a:latin typeface="Arial"/>
              </a:rPr>
              <a:t>Click to edit the title text format</a:t>
            </a:r>
          </a:p>
        </p:txBody>
      </p:sp>
      <p:sp>
        <p:nvSpPr>
          <p:cNvPr id="66" name="PlaceHolder 2"/>
          <p:cNvSpPr>
            <a:spLocks noGrp="1"/>
          </p:cNvSpPr>
          <p:nvPr>
            <p:ph type="sldNum" idx="19"/>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fld id="{C5381DDF-8F84-428E-BEC3-37FD177AF474}"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67"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68" name="PlaceHolder 2"/>
          <p:cNvSpPr>
            <a:spLocks noGrp="1"/>
          </p:cNvSpPr>
          <p:nvPr>
            <p:ph type="title"/>
          </p:nvPr>
        </p:nvSpPr>
        <p:spPr>
          <a:xfrm>
            <a:off x="228600" y="228600"/>
            <a:ext cx="3256200" cy="572400"/>
          </a:xfrm>
          <a:prstGeom prst="rect">
            <a:avLst/>
          </a:prstGeom>
          <a:solidFill>
            <a:schemeClr val="lt1"/>
          </a:solidFill>
          <a:ln w="0">
            <a:noFill/>
          </a:ln>
        </p:spPr>
        <p:txBody>
          <a:bodyPr lIns="91440" tIns="91440" rIns="91440" bIns="91440" anchor="t">
            <a:noAutofit/>
          </a:bodyPr>
          <a:lstStyle/>
          <a:p>
            <a:pPr indent="0">
              <a:buNone/>
            </a:pPr>
            <a:r>
              <a:rPr lang="fr-FR" sz="1200" b="0" u="none" strike="noStrike">
                <a:solidFill>
                  <a:schemeClr val="dk1"/>
                </a:solidFill>
                <a:effectLst/>
                <a:uFillTx/>
                <a:latin typeface="Arial"/>
              </a:rPr>
              <a:t>Click to edit the title text format</a:t>
            </a:r>
          </a:p>
        </p:txBody>
      </p:sp>
      <p:sp>
        <p:nvSpPr>
          <p:cNvPr id="69" name="PlaceHolder 3"/>
          <p:cNvSpPr>
            <a:spLocks noGrp="1"/>
          </p:cNvSpPr>
          <p:nvPr>
            <p:ph type="sldNum" idx="20"/>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fld id="{DEF1437E-134D-48BD-9464-75A705A11DE8}"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70" name="Google Shape;135;p25"/>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71"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72" name="Google Shape;138;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73"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74"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 name="Google Shape;145;p27"/>
          <p:cNvGrpSpPr/>
          <p:nvPr/>
        </p:nvGrpSpPr>
        <p:grpSpPr>
          <a:xfrm>
            <a:off x="212760" y="236520"/>
            <a:ext cx="8692920" cy="4674600"/>
            <a:chOff x="212760" y="236520"/>
            <a:chExt cx="8692920" cy="4674600"/>
          </a:xfrm>
        </p:grpSpPr>
        <p:cxnSp>
          <p:nvCxnSpPr>
            <p:cNvPr id="76" name="Google Shape;146;p27"/>
            <p:cNvCxnSpPr/>
            <p:nvPr/>
          </p:nvCxnSpPr>
          <p:spPr>
            <a:xfrm>
              <a:off x="4568040" y="2685960"/>
              <a:ext cx="360" cy="2225520"/>
            </a:xfrm>
            <a:prstGeom prst="straightConnector1">
              <a:avLst/>
            </a:prstGeom>
            <a:ln w="9525">
              <a:solidFill>
                <a:srgbClr val="A92422"/>
              </a:solidFill>
              <a:round/>
            </a:ln>
          </p:spPr>
        </p:cxnSp>
        <p:cxnSp>
          <p:nvCxnSpPr>
            <p:cNvPr id="77" name="Google Shape;147;p27"/>
            <p:cNvCxnSpPr/>
            <p:nvPr/>
          </p:nvCxnSpPr>
          <p:spPr>
            <a:xfrm>
              <a:off x="4568040" y="2457360"/>
              <a:ext cx="360" cy="228960"/>
            </a:xfrm>
            <a:prstGeom prst="straightConnector1">
              <a:avLst/>
            </a:prstGeom>
            <a:ln w="9525">
              <a:solidFill>
                <a:srgbClr val="A92422"/>
              </a:solidFill>
              <a:prstDash val="dot"/>
              <a:round/>
            </a:ln>
          </p:spPr>
        </p:cxnSp>
        <p:cxnSp>
          <p:nvCxnSpPr>
            <p:cNvPr id="78" name="Google Shape;148;p27"/>
            <p:cNvCxnSpPr/>
            <p:nvPr/>
          </p:nvCxnSpPr>
          <p:spPr>
            <a:xfrm>
              <a:off x="4464720" y="2571480"/>
              <a:ext cx="228960" cy="360"/>
            </a:xfrm>
            <a:prstGeom prst="straightConnector1">
              <a:avLst/>
            </a:prstGeom>
            <a:ln w="9525">
              <a:solidFill>
                <a:srgbClr val="A92422"/>
              </a:solidFill>
              <a:prstDash val="dot"/>
              <a:round/>
            </a:ln>
          </p:spPr>
        </p:cxnSp>
        <p:cxnSp>
          <p:nvCxnSpPr>
            <p:cNvPr id="79" name="Google Shape;149;p27"/>
            <p:cNvCxnSpPr/>
            <p:nvPr/>
          </p:nvCxnSpPr>
          <p:spPr>
            <a:xfrm>
              <a:off x="4568040" y="236520"/>
              <a:ext cx="360" cy="2221200"/>
            </a:xfrm>
            <a:prstGeom prst="straightConnector1">
              <a:avLst/>
            </a:prstGeom>
            <a:ln w="9525">
              <a:solidFill>
                <a:srgbClr val="A92422"/>
              </a:solidFill>
              <a:round/>
            </a:ln>
          </p:spPr>
        </p:cxnSp>
        <p:cxnSp>
          <p:nvCxnSpPr>
            <p:cNvPr id="80" name="Google Shape;150;p27"/>
            <p:cNvCxnSpPr/>
            <p:nvPr/>
          </p:nvCxnSpPr>
          <p:spPr>
            <a:xfrm>
              <a:off x="212760" y="2571480"/>
              <a:ext cx="4252320" cy="360"/>
            </a:xfrm>
            <a:prstGeom prst="straightConnector1">
              <a:avLst/>
            </a:prstGeom>
            <a:ln w="9525">
              <a:solidFill>
                <a:srgbClr val="A92422"/>
              </a:solidFill>
              <a:round/>
            </a:ln>
          </p:spPr>
        </p:cxnSp>
        <p:cxnSp>
          <p:nvCxnSpPr>
            <p:cNvPr id="81" name="Google Shape;151;p27"/>
            <p:cNvCxnSpPr/>
            <p:nvPr/>
          </p:nvCxnSpPr>
          <p:spPr>
            <a:xfrm>
              <a:off x="4693320" y="2571480"/>
              <a:ext cx="4212720" cy="360"/>
            </a:xfrm>
            <a:prstGeom prst="straightConnector1">
              <a:avLst/>
            </a:prstGeom>
            <a:ln w="9525">
              <a:solidFill>
                <a:srgbClr val="A92422"/>
              </a:solidFill>
              <a:round/>
            </a:ln>
          </p:spPr>
        </p:cxnSp>
      </p:grpSp>
      <p:sp>
        <p:nvSpPr>
          <p:cNvPr id="82" name="PlaceHolder 1"/>
          <p:cNvSpPr>
            <a:spLocks noGrp="1"/>
          </p:cNvSpPr>
          <p:nvPr>
            <p:ph type="title"/>
          </p:nvPr>
        </p:nvSpPr>
        <p:spPr>
          <a:xfrm>
            <a:off x="228600" y="171360"/>
            <a:ext cx="3257280" cy="15616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000" b="0" u="none" strike="noStrike">
                <a:solidFill>
                  <a:schemeClr val="dk1"/>
                </a:solidFill>
                <a:effectLst/>
                <a:uFillTx/>
                <a:latin typeface="Spline Sans"/>
                <a:ea typeface="Spline Sans"/>
              </a:rPr>
              <a:t>Project</a:t>
            </a:r>
            <a:endParaRPr lang="fr-FR" sz="3000" b="0" u="none" strike="noStrike">
              <a:solidFill>
                <a:schemeClr val="dk1"/>
              </a:solidFill>
              <a:effectLst/>
              <a:uFillTx/>
              <a:latin typeface="Arial"/>
            </a:endParaRPr>
          </a:p>
          <a:p>
            <a:pPr indent="0">
              <a:lnSpc>
                <a:spcPct val="100000"/>
              </a:lnSpc>
              <a:buNone/>
              <a:tabLst>
                <a:tab pos="0" algn="l"/>
              </a:tabLst>
            </a:pPr>
            <a:r>
              <a:rPr lang="en-US" sz="3000" b="0" u="none" strike="noStrike">
                <a:solidFill>
                  <a:schemeClr val="dk1"/>
                </a:solidFill>
                <a:effectLst/>
                <a:uFillTx/>
                <a:latin typeface="Spline Sans"/>
                <a:ea typeface="Spline Sans"/>
              </a:rPr>
              <a:t> Overview</a:t>
            </a:r>
            <a:endParaRPr lang="fr-FR" sz="3000" b="0" u="none" strike="noStrike">
              <a:solidFill>
                <a:schemeClr val="dk1"/>
              </a:solidFill>
              <a:effectLst/>
              <a:uFillTx/>
              <a:latin typeface="Arial"/>
            </a:endParaRPr>
          </a:p>
        </p:txBody>
      </p:sp>
      <p:sp>
        <p:nvSpPr>
          <p:cNvPr id="83" name="PlaceHolder 2"/>
          <p:cNvSpPr>
            <a:spLocks noGrp="1"/>
          </p:cNvSpPr>
          <p:nvPr>
            <p:ph type="subTitle"/>
          </p:nvPr>
        </p:nvSpPr>
        <p:spPr>
          <a:xfrm>
            <a:off x="6743880" y="4143240"/>
            <a:ext cx="2171520" cy="771120"/>
          </a:xfrm>
          <a:prstGeom prst="rect">
            <a:avLst/>
          </a:prstGeom>
          <a:noFill/>
          <a:ln w="0">
            <a:noFill/>
          </a:ln>
        </p:spPr>
        <p:txBody>
          <a:bodyPr lIns="91440" tIns="91440" rIns="91440" bIns="91440" anchor="b">
            <a:normAutofit/>
          </a:bodyPr>
          <a:lstStyle/>
          <a:p>
            <a:pPr indent="0" algn="just">
              <a:lnSpc>
                <a:spcPct val="100000"/>
              </a:lnSpc>
              <a:buNone/>
              <a:tabLst>
                <a:tab pos="0" algn="l"/>
              </a:tabLst>
            </a:pPr>
            <a:r>
              <a:rPr lang="en-US" sz="1400" b="0" u="none" strike="noStrike">
                <a:solidFill>
                  <a:schemeClr val="dk1"/>
                </a:solidFill>
                <a:effectLst/>
                <a:uFillTx/>
                <a:latin typeface="Spline Sans"/>
                <a:ea typeface="Spline Sans"/>
              </a:rPr>
              <a:t>Electricity Bill Payment System</a:t>
            </a:r>
            <a:endParaRPr lang="en-US" sz="1400" b="0" u="none" strike="noStrike">
              <a:solidFill>
                <a:srgbClr val="000000"/>
              </a:solidFill>
              <a:effectLst/>
              <a:uFillTx/>
              <a:latin typeface="OpenSymbol"/>
            </a:endParaRPr>
          </a:p>
        </p:txBody>
      </p:sp>
      <p:sp>
        <p:nvSpPr>
          <p:cNvPr id="84" name="PlaceHolder 3"/>
          <p:cNvSpPr>
            <a:spLocks noGrp="1"/>
          </p:cNvSpPr>
          <p:nvPr>
            <p:ph type="sldNum" idx="21"/>
          </p:nvPr>
        </p:nvSpPr>
        <p:spPr>
          <a:xfrm>
            <a:off x="7829640" y="228600"/>
            <a:ext cx="1085400" cy="426960"/>
          </a:xfrm>
          <a:prstGeom prst="rect">
            <a:avLst/>
          </a:prstGeom>
          <a:noFill/>
          <a:ln w="0">
            <a:noFill/>
          </a:ln>
        </p:spPr>
        <p:txBody>
          <a:bodyPr lIns="91440" tIns="91440" rIns="91440" bIns="91440" anchor="t">
            <a:sp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fld id="{2D03D533-E078-4B8A-89EC-9FC60E456629}" type="slidenum">
              <a:rPr lang="en" sz="1600" b="0" u="none" strike="noStrike">
                <a:solidFill>
                  <a:schemeClr val="accent1"/>
                </a:solidFill>
                <a:effectLst/>
                <a:uFillTx/>
                <a:latin typeface="Gloock"/>
                <a:ea typeface="Gloock"/>
              </a:rPr>
              <a:t>1</a:t>
            </a:fld>
            <a:endParaRPr lang="en-US" sz="1600" b="0" u="none" strike="noStrike">
              <a:solidFill>
                <a:srgbClr val="000000"/>
              </a:solidFill>
              <a:effectLst/>
              <a:uFillTx/>
              <a:latin typeface="OpenSymbol"/>
            </a:endParaRPr>
          </a:p>
        </p:txBody>
      </p:sp>
      <p:sp>
        <p:nvSpPr>
          <p:cNvPr id="85" name="Google Shape;155;p27"/>
          <p:cNvSpPr/>
          <p:nvPr/>
        </p:nvSpPr>
        <p:spPr>
          <a:xfrm>
            <a:off x="343080" y="4657680"/>
            <a:ext cx="1085400" cy="152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pPr>
            <a:r>
              <a:rPr lang="en" sz="1000" b="0" u="none" strike="noStrike">
                <a:solidFill>
                  <a:schemeClr val="accent1"/>
                </a:solidFill>
                <a:effectLst/>
                <a:uFillTx/>
                <a:latin typeface="Arial"/>
              </a:rPr>
              <a:t>vision &amp; strategy</a:t>
            </a:r>
            <a:endParaRPr lang="en-US" sz="1000" b="0" u="none" strike="noStrike">
              <a:solidFill>
                <a:srgbClr val="000000"/>
              </a:solidFill>
              <a:effectLst/>
              <a:uFillTx/>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6" name="Google Shape;202;p29"/>
          <p:cNvGrpSpPr/>
          <p:nvPr/>
        </p:nvGrpSpPr>
        <p:grpSpPr>
          <a:xfrm>
            <a:off x="228600" y="228240"/>
            <a:ext cx="8686440" cy="4686480"/>
            <a:chOff x="228600" y="228240"/>
            <a:chExt cx="8686440" cy="4686480"/>
          </a:xfrm>
        </p:grpSpPr>
        <p:cxnSp>
          <p:nvCxnSpPr>
            <p:cNvPr id="87" name="Google Shape;203;p29"/>
            <p:cNvCxnSpPr/>
            <p:nvPr/>
          </p:nvCxnSpPr>
          <p:spPr>
            <a:xfrm>
              <a:off x="7280280" y="3466800"/>
              <a:ext cx="360" cy="1448280"/>
            </a:xfrm>
            <a:prstGeom prst="straightConnector1">
              <a:avLst/>
            </a:prstGeom>
            <a:ln w="9525">
              <a:solidFill>
                <a:srgbClr val="A92422"/>
              </a:solidFill>
              <a:round/>
            </a:ln>
          </p:spPr>
        </p:cxnSp>
        <p:cxnSp>
          <p:nvCxnSpPr>
            <p:cNvPr id="88" name="Google Shape;204;p29"/>
            <p:cNvCxnSpPr/>
            <p:nvPr/>
          </p:nvCxnSpPr>
          <p:spPr>
            <a:xfrm>
              <a:off x="7280280" y="3238200"/>
              <a:ext cx="360" cy="228960"/>
            </a:xfrm>
            <a:prstGeom prst="straightConnector1">
              <a:avLst/>
            </a:prstGeom>
            <a:ln w="9525">
              <a:solidFill>
                <a:srgbClr val="A92422"/>
              </a:solidFill>
              <a:prstDash val="dot"/>
              <a:round/>
            </a:ln>
          </p:spPr>
        </p:cxnSp>
        <p:cxnSp>
          <p:nvCxnSpPr>
            <p:cNvPr id="89" name="Google Shape;205;p29"/>
            <p:cNvCxnSpPr/>
            <p:nvPr/>
          </p:nvCxnSpPr>
          <p:spPr>
            <a:xfrm>
              <a:off x="7176960" y="3352320"/>
              <a:ext cx="228960" cy="360"/>
            </a:xfrm>
            <a:prstGeom prst="straightConnector1">
              <a:avLst/>
            </a:prstGeom>
            <a:ln w="9525">
              <a:solidFill>
                <a:srgbClr val="A92422"/>
              </a:solidFill>
              <a:prstDash val="dot"/>
              <a:round/>
            </a:ln>
          </p:spPr>
        </p:cxnSp>
        <p:cxnSp>
          <p:nvCxnSpPr>
            <p:cNvPr id="90" name="Google Shape;206;p29"/>
            <p:cNvCxnSpPr/>
            <p:nvPr/>
          </p:nvCxnSpPr>
          <p:spPr>
            <a:xfrm>
              <a:off x="7279200" y="228240"/>
              <a:ext cx="1440" cy="3009960"/>
            </a:xfrm>
            <a:prstGeom prst="straightConnector1">
              <a:avLst/>
            </a:prstGeom>
            <a:ln w="9525">
              <a:solidFill>
                <a:srgbClr val="A92422"/>
              </a:solidFill>
              <a:round/>
            </a:ln>
          </p:spPr>
        </p:cxnSp>
        <p:cxnSp>
          <p:nvCxnSpPr>
            <p:cNvPr id="91" name="Google Shape;207;p29"/>
            <p:cNvCxnSpPr/>
            <p:nvPr/>
          </p:nvCxnSpPr>
          <p:spPr>
            <a:xfrm>
              <a:off x="228600" y="3352320"/>
              <a:ext cx="6948720" cy="360"/>
            </a:xfrm>
            <a:prstGeom prst="straightConnector1">
              <a:avLst/>
            </a:prstGeom>
            <a:ln w="9525">
              <a:solidFill>
                <a:srgbClr val="A92422"/>
              </a:solidFill>
              <a:round/>
            </a:ln>
          </p:spPr>
        </p:cxnSp>
        <p:cxnSp>
          <p:nvCxnSpPr>
            <p:cNvPr id="92" name="Google Shape;208;p29"/>
            <p:cNvCxnSpPr/>
            <p:nvPr/>
          </p:nvCxnSpPr>
          <p:spPr>
            <a:xfrm>
              <a:off x="7405560" y="3352320"/>
              <a:ext cx="1509840" cy="360"/>
            </a:xfrm>
            <a:prstGeom prst="straightConnector1">
              <a:avLst/>
            </a:prstGeom>
            <a:ln w="9525">
              <a:solidFill>
                <a:srgbClr val="A92422"/>
              </a:solidFill>
              <a:round/>
            </a:ln>
          </p:spPr>
        </p:cxnSp>
      </p:grpSp>
      <p:sp>
        <p:nvSpPr>
          <p:cNvPr id="93" name="PlaceHolder 1"/>
          <p:cNvSpPr>
            <a:spLocks noGrp="1"/>
          </p:cNvSpPr>
          <p:nvPr>
            <p:ph type="title"/>
          </p:nvPr>
        </p:nvSpPr>
        <p:spPr>
          <a:xfrm>
            <a:off x="3343320" y="3076560"/>
            <a:ext cx="3400200" cy="185688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2000" b="0" u="none" strike="noStrike">
                <a:solidFill>
                  <a:schemeClr val="dk1"/>
                </a:solidFill>
                <a:effectLst/>
                <a:uFillTx/>
                <a:latin typeface="Spline Sans"/>
                <a:ea typeface="Spline Sans"/>
              </a:rPr>
              <a:t>Introduction</a:t>
            </a:r>
            <a:endParaRPr lang="fr-FR" sz="2000" b="0" u="none" strike="noStrike">
              <a:solidFill>
                <a:schemeClr val="dk1"/>
              </a:solidFill>
              <a:effectLst/>
              <a:uFillTx/>
              <a:latin typeface="Arial"/>
            </a:endParaRPr>
          </a:p>
        </p:txBody>
      </p:sp>
      <p:sp>
        <p:nvSpPr>
          <p:cNvPr id="94" name="PlaceHolder 2"/>
          <p:cNvSpPr>
            <a:spLocks noGrp="1"/>
          </p:cNvSpPr>
          <p:nvPr>
            <p:ph type="subTitle"/>
          </p:nvPr>
        </p:nvSpPr>
        <p:spPr>
          <a:xfrm>
            <a:off x="228600" y="209520"/>
            <a:ext cx="5428800" cy="2580840"/>
          </a:xfrm>
          <a:prstGeom prst="rect">
            <a:avLst/>
          </a:prstGeom>
          <a:noFill/>
          <a:ln w="0">
            <a:noFill/>
          </a:ln>
        </p:spPr>
        <p:txBody>
          <a:bodyPr lIns="91440" tIns="91440" rIns="91440" bIns="91440" anchor="t">
            <a:normAutofit/>
          </a:bodyPr>
          <a:lstStyle/>
          <a:p>
            <a:pPr indent="0" algn="just">
              <a:lnSpc>
                <a:spcPct val="150000"/>
              </a:lnSpc>
              <a:buNone/>
              <a:tabLst>
                <a:tab pos="0" algn="l"/>
              </a:tabLst>
            </a:pPr>
            <a:r>
              <a:rPr lang="en-US" sz="1200" b="0" u="none" strike="noStrike">
                <a:solidFill>
                  <a:schemeClr val="dk1"/>
                </a:solidFill>
                <a:effectLst/>
                <a:uFillTx/>
                <a:latin typeface="Spline Sans"/>
                <a:ea typeface="Spline Sans"/>
              </a:rPr>
              <a:t>This presentation outlines a </a:t>
            </a:r>
            <a:r>
              <a:rPr lang="en-US" sz="1200" b="0" i="1" u="none" strike="noStrike">
                <a:solidFill>
                  <a:schemeClr val="dk1"/>
                </a:solidFill>
                <a:effectLst/>
                <a:uFillTx/>
                <a:latin typeface="Spline Sans"/>
                <a:ea typeface="Spline Sans"/>
              </a:rPr>
              <a:t>full stack development</a:t>
            </a:r>
            <a:r>
              <a:rPr lang="en-US" sz="1200" b="0" u="none" strike="noStrike">
                <a:solidFill>
                  <a:schemeClr val="dk1"/>
                </a:solidFill>
                <a:effectLst/>
                <a:uFillTx/>
                <a:latin typeface="Spline Sans"/>
                <a:ea typeface="Spline Sans"/>
              </a:rPr>
              <a:t> project focused on creating an </a:t>
            </a:r>
            <a:r>
              <a:rPr lang="en-US" sz="1200" b="1" u="none" strike="noStrike">
                <a:solidFill>
                  <a:schemeClr val="dk1"/>
                </a:solidFill>
                <a:effectLst/>
                <a:uFillTx/>
                <a:latin typeface="Spline Sans"/>
                <a:ea typeface="Spline Sans"/>
              </a:rPr>
              <a:t>Electricity Bill Payment System</a:t>
            </a:r>
            <a:r>
              <a:rPr lang="en-US" sz="1200" b="0" u="none" strike="noStrike">
                <a:solidFill>
                  <a:schemeClr val="dk1"/>
                </a:solidFill>
                <a:effectLst/>
                <a:uFillTx/>
                <a:latin typeface="Spline Sans"/>
                <a:ea typeface="Spline Sans"/>
              </a:rPr>
              <a:t>. The project integrates frontend and backend technologies to deliver a seamless user experience. It highlights key components, design choices, and technical implementations that enable efficient bill management and payment processing.</a:t>
            </a:r>
            <a:endParaRPr lang="en-US" sz="1200" b="0" u="none" strike="noStrike">
              <a:solidFill>
                <a:srgbClr val="000000"/>
              </a:solidFill>
              <a:effectLst/>
              <a:uFillTx/>
              <a:latin typeface="OpenSymbol"/>
            </a:endParaRPr>
          </a:p>
        </p:txBody>
      </p:sp>
      <p:sp>
        <p:nvSpPr>
          <p:cNvPr id="95" name="PlaceHolder 3"/>
          <p:cNvSpPr>
            <a:spLocks noGrp="1"/>
          </p:cNvSpPr>
          <p:nvPr>
            <p:ph type="sldNum" idx="22"/>
          </p:nvPr>
        </p:nvSpPr>
        <p:spPr>
          <a:xfrm>
            <a:off x="7829640" y="228600"/>
            <a:ext cx="1085400" cy="426960"/>
          </a:xfrm>
          <a:prstGeom prst="rect">
            <a:avLst/>
          </a:prstGeom>
          <a:noFill/>
          <a:ln w="0">
            <a:noFill/>
          </a:ln>
        </p:spPr>
        <p:txBody>
          <a:bodyPr lIns="91440" tIns="91440" rIns="91440" bIns="91440" anchor="t">
            <a:sp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fld id="{A69655C8-5EF9-4F90-81CB-1C3DBF38539A}" type="slidenum">
              <a:rPr lang="en" sz="1600" b="0" u="none" strike="noStrike">
                <a:solidFill>
                  <a:schemeClr val="accent1"/>
                </a:solidFill>
                <a:effectLst/>
                <a:uFillTx/>
                <a:latin typeface="Gloock"/>
                <a:ea typeface="Gloock"/>
              </a:rPr>
              <a:t>2</a:t>
            </a:fld>
            <a:endParaRPr lang="en-US" sz="1600" b="0" u="none" strike="noStrike">
              <a:solidFill>
                <a:srgbClr val="000000"/>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6" name="Google Shape;278;p33"/>
          <p:cNvGrpSpPr/>
          <p:nvPr/>
        </p:nvGrpSpPr>
        <p:grpSpPr>
          <a:xfrm>
            <a:off x="228600" y="225000"/>
            <a:ext cx="8686800" cy="4689720"/>
            <a:chOff x="228600" y="225000"/>
            <a:chExt cx="8686800" cy="4689720"/>
          </a:xfrm>
        </p:grpSpPr>
        <p:cxnSp>
          <p:nvCxnSpPr>
            <p:cNvPr id="107" name="Google Shape;279;p33"/>
            <p:cNvCxnSpPr/>
            <p:nvPr/>
          </p:nvCxnSpPr>
          <p:spPr>
            <a:xfrm>
              <a:off x="4024080" y="1901880"/>
              <a:ext cx="360" cy="3013200"/>
            </a:xfrm>
            <a:prstGeom prst="straightConnector1">
              <a:avLst/>
            </a:prstGeom>
            <a:ln w="9525">
              <a:solidFill>
                <a:srgbClr val="A92422"/>
              </a:solidFill>
              <a:round/>
            </a:ln>
          </p:spPr>
        </p:cxnSp>
        <p:cxnSp>
          <p:nvCxnSpPr>
            <p:cNvPr id="108" name="Google Shape;280;p33"/>
            <p:cNvCxnSpPr/>
            <p:nvPr/>
          </p:nvCxnSpPr>
          <p:spPr>
            <a:xfrm>
              <a:off x="4024080" y="1673280"/>
              <a:ext cx="360" cy="228960"/>
            </a:xfrm>
            <a:prstGeom prst="straightConnector1">
              <a:avLst/>
            </a:prstGeom>
            <a:ln w="9525">
              <a:solidFill>
                <a:srgbClr val="A92422"/>
              </a:solidFill>
              <a:prstDash val="dot"/>
              <a:round/>
            </a:ln>
          </p:spPr>
        </p:cxnSp>
        <p:cxnSp>
          <p:nvCxnSpPr>
            <p:cNvPr id="109" name="Google Shape;281;p33"/>
            <p:cNvCxnSpPr/>
            <p:nvPr/>
          </p:nvCxnSpPr>
          <p:spPr>
            <a:xfrm>
              <a:off x="3920760" y="1787760"/>
              <a:ext cx="228960" cy="360"/>
            </a:xfrm>
            <a:prstGeom prst="straightConnector1">
              <a:avLst/>
            </a:prstGeom>
            <a:ln w="9525">
              <a:solidFill>
                <a:srgbClr val="A92422"/>
              </a:solidFill>
              <a:prstDash val="dot"/>
              <a:round/>
            </a:ln>
          </p:spPr>
        </p:cxnSp>
        <p:cxnSp>
          <p:nvCxnSpPr>
            <p:cNvPr id="110" name="Google Shape;282;p33"/>
            <p:cNvCxnSpPr/>
            <p:nvPr/>
          </p:nvCxnSpPr>
          <p:spPr>
            <a:xfrm>
              <a:off x="4023000" y="225000"/>
              <a:ext cx="1440" cy="1448640"/>
            </a:xfrm>
            <a:prstGeom prst="straightConnector1">
              <a:avLst/>
            </a:prstGeom>
            <a:ln w="9525">
              <a:solidFill>
                <a:srgbClr val="A92422"/>
              </a:solidFill>
              <a:round/>
            </a:ln>
          </p:spPr>
        </p:cxnSp>
        <p:cxnSp>
          <p:nvCxnSpPr>
            <p:cNvPr id="111" name="Google Shape;283;p33"/>
            <p:cNvCxnSpPr/>
            <p:nvPr/>
          </p:nvCxnSpPr>
          <p:spPr>
            <a:xfrm>
              <a:off x="228600" y="1787760"/>
              <a:ext cx="3692880" cy="360"/>
            </a:xfrm>
            <a:prstGeom prst="straightConnector1">
              <a:avLst/>
            </a:prstGeom>
            <a:ln w="9525">
              <a:solidFill>
                <a:srgbClr val="A92422"/>
              </a:solidFill>
              <a:round/>
            </a:ln>
          </p:spPr>
        </p:cxnSp>
        <p:cxnSp>
          <p:nvCxnSpPr>
            <p:cNvPr id="112" name="Google Shape;284;p33"/>
            <p:cNvCxnSpPr/>
            <p:nvPr/>
          </p:nvCxnSpPr>
          <p:spPr>
            <a:xfrm>
              <a:off x="4149360" y="1787760"/>
              <a:ext cx="4766400" cy="360"/>
            </a:xfrm>
            <a:prstGeom prst="straightConnector1">
              <a:avLst/>
            </a:prstGeom>
            <a:ln w="9525">
              <a:solidFill>
                <a:srgbClr val="A92422"/>
              </a:solidFill>
              <a:round/>
            </a:ln>
          </p:spPr>
        </p:cxnSp>
      </p:grpSp>
      <p:sp>
        <p:nvSpPr>
          <p:cNvPr id="113" name="PlaceHolder 1"/>
          <p:cNvSpPr>
            <a:spLocks noGrp="1"/>
          </p:cNvSpPr>
          <p:nvPr>
            <p:ph type="title"/>
          </p:nvPr>
        </p:nvSpPr>
        <p:spPr>
          <a:xfrm>
            <a:off x="228600" y="209520"/>
            <a:ext cx="4543200" cy="10951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000" b="0" u="none" strike="noStrike">
                <a:solidFill>
                  <a:schemeClr val="dk1"/>
                </a:solidFill>
                <a:effectLst/>
                <a:uFillTx/>
                <a:latin typeface="Spline Sans"/>
                <a:ea typeface="Spline Sans"/>
              </a:rPr>
              <a:t>Frontend Technologies</a:t>
            </a:r>
            <a:endParaRPr lang="fr-FR" sz="2000" b="0" u="none" strike="noStrike">
              <a:solidFill>
                <a:schemeClr val="dk1"/>
              </a:solidFill>
              <a:effectLst/>
              <a:uFillTx/>
              <a:latin typeface="Arial"/>
            </a:endParaRPr>
          </a:p>
          <a:p>
            <a:pPr indent="0">
              <a:lnSpc>
                <a:spcPct val="100000"/>
              </a:lnSpc>
              <a:buNone/>
              <a:tabLst>
                <a:tab pos="0" algn="l"/>
              </a:tabLst>
            </a:pPr>
            <a:r>
              <a:rPr lang="en-US" sz="2000" b="0" u="none" strike="noStrike">
                <a:solidFill>
                  <a:schemeClr val="dk1"/>
                </a:solidFill>
                <a:effectLst/>
                <a:uFillTx/>
                <a:latin typeface="Spline Sans"/>
                <a:ea typeface="Spline Sans"/>
              </a:rPr>
              <a:t> Used</a:t>
            </a:r>
            <a:endParaRPr lang="fr-FR" sz="2000" b="0" u="none" strike="noStrike">
              <a:solidFill>
                <a:schemeClr val="dk1"/>
              </a:solidFill>
              <a:effectLst/>
              <a:uFillTx/>
              <a:latin typeface="Arial"/>
            </a:endParaRPr>
          </a:p>
        </p:txBody>
      </p:sp>
      <p:sp>
        <p:nvSpPr>
          <p:cNvPr id="114" name="PlaceHolder 2"/>
          <p:cNvSpPr>
            <a:spLocks noGrp="1"/>
          </p:cNvSpPr>
          <p:nvPr>
            <p:ph type="subTitle"/>
          </p:nvPr>
        </p:nvSpPr>
        <p:spPr>
          <a:xfrm>
            <a:off x="4572000" y="3009960"/>
            <a:ext cx="4295520" cy="1904760"/>
          </a:xfrm>
          <a:prstGeom prst="rect">
            <a:avLst/>
          </a:prstGeom>
          <a:noFill/>
          <a:ln w="0">
            <a:noFill/>
          </a:ln>
        </p:spPr>
        <p:txBody>
          <a:bodyPr lIns="91440" tIns="91440" rIns="91440" bIns="91440" anchor="b">
            <a:normAutofit/>
          </a:bodyPr>
          <a:lstStyle/>
          <a:p>
            <a:pPr indent="0" algn="just">
              <a:lnSpc>
                <a:spcPct val="150000"/>
              </a:lnSpc>
              <a:buNone/>
              <a:tabLst>
                <a:tab pos="0" algn="l"/>
              </a:tabLst>
            </a:pPr>
            <a:r>
              <a:rPr lang="en-US" sz="1200" b="0" u="none" strike="noStrike" dirty="0">
                <a:solidFill>
                  <a:schemeClr val="dk1"/>
                </a:solidFill>
                <a:effectLst/>
                <a:uFillTx/>
                <a:latin typeface="Spline Sans"/>
                <a:ea typeface="Spline Sans"/>
              </a:rPr>
              <a:t>The frontend was built using </a:t>
            </a:r>
            <a:r>
              <a:rPr lang="en-US" sz="1200" b="1" dirty="0">
                <a:solidFill>
                  <a:schemeClr val="dk1"/>
                </a:solidFill>
                <a:latin typeface="Spline Sans"/>
                <a:ea typeface="Spline Sans"/>
              </a:rPr>
              <a:t>html and </a:t>
            </a:r>
            <a:r>
              <a:rPr lang="en-US" sz="1200" b="1" dirty="0" err="1">
                <a:solidFill>
                  <a:schemeClr val="dk1"/>
                </a:solidFill>
                <a:latin typeface="Spline Sans"/>
                <a:ea typeface="Spline Sans"/>
              </a:rPr>
              <a:t>css</a:t>
            </a:r>
            <a:r>
              <a:rPr lang="en-US" sz="1200" b="1" dirty="0">
                <a:solidFill>
                  <a:schemeClr val="dk1"/>
                </a:solidFill>
                <a:latin typeface="Spline Sans"/>
                <a:ea typeface="Spline Sans"/>
              </a:rPr>
              <a:t> </a:t>
            </a:r>
            <a:r>
              <a:rPr lang="en-US" sz="1200" b="0" u="none" strike="noStrike" dirty="0">
                <a:solidFill>
                  <a:schemeClr val="dk1"/>
                </a:solidFill>
                <a:effectLst/>
                <a:uFillTx/>
                <a:latin typeface="Spline Sans"/>
                <a:ea typeface="Spline Sans"/>
              </a:rPr>
              <a:t>for dynamic user interfaces, ensuring responsive and accessible design.CSS frameworks aided in consistent styling.</a:t>
            </a:r>
            <a:endParaRPr lang="en-US" sz="1200" b="0" u="none" strike="noStrike" dirty="0">
              <a:solidFill>
                <a:srgbClr val="000000"/>
              </a:solidFill>
              <a:effectLst/>
              <a:uFillTx/>
              <a:latin typeface="OpenSymbol"/>
            </a:endParaRPr>
          </a:p>
        </p:txBody>
      </p:sp>
      <p:pic>
        <p:nvPicPr>
          <p:cNvPr id="115" name="Google Shape;287;p33"/>
          <p:cNvPicPr/>
          <p:nvPr/>
        </p:nvPicPr>
        <p:blipFill>
          <a:blip r:embed="rId2"/>
          <a:srcRect t="3175" r="6690"/>
          <a:stretch/>
        </p:blipFill>
        <p:spPr>
          <a:xfrm>
            <a:off x="343080" y="2571840"/>
            <a:ext cx="3142080" cy="2234880"/>
          </a:xfrm>
          <a:prstGeom prst="rect">
            <a:avLst/>
          </a:prstGeom>
          <a:noFill/>
          <a:ln w="0">
            <a:noFill/>
          </a:ln>
        </p:spPr>
      </p:pic>
      <p:sp>
        <p:nvSpPr>
          <p:cNvPr id="116" name="PlaceHolder 3"/>
          <p:cNvSpPr>
            <a:spLocks noGrp="1"/>
          </p:cNvSpPr>
          <p:nvPr>
            <p:ph type="sldNum" idx="24"/>
          </p:nvPr>
        </p:nvSpPr>
        <p:spPr>
          <a:xfrm>
            <a:off x="7829640" y="228600"/>
            <a:ext cx="1085400" cy="426960"/>
          </a:xfrm>
          <a:prstGeom prst="rect">
            <a:avLst/>
          </a:prstGeom>
          <a:noFill/>
          <a:ln w="0">
            <a:noFill/>
          </a:ln>
        </p:spPr>
        <p:txBody>
          <a:bodyPr lIns="91440" tIns="91440" rIns="91440" bIns="91440" anchor="t">
            <a:sp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fld id="{082AB78F-532E-4EE7-80AD-C18056C5BF96}" type="slidenum">
              <a:rPr lang="en" sz="1600" b="0" u="none" strike="noStrike">
                <a:solidFill>
                  <a:schemeClr val="accent1"/>
                </a:solidFill>
                <a:effectLst/>
                <a:uFillTx/>
                <a:latin typeface="Gloock"/>
                <a:ea typeface="Gloock"/>
              </a:rPr>
              <a:t>3</a:t>
            </a:fld>
            <a:endParaRPr lang="en-US" sz="1600" b="0" u="none" strike="noStrike">
              <a:solidFill>
                <a:srgbClr val="000000"/>
              </a:solidFill>
              <a:effectLst/>
              <a:uFillTx/>
              <a:latin typeface="OpenSymbo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7" name="Google Shape;202;p29"/>
          <p:cNvGrpSpPr/>
          <p:nvPr/>
        </p:nvGrpSpPr>
        <p:grpSpPr>
          <a:xfrm>
            <a:off x="228600" y="228240"/>
            <a:ext cx="8686440" cy="4686480"/>
            <a:chOff x="228600" y="228240"/>
            <a:chExt cx="8686440" cy="4686480"/>
          </a:xfrm>
        </p:grpSpPr>
        <p:cxnSp>
          <p:nvCxnSpPr>
            <p:cNvPr id="118" name="Google Shape;203;p29"/>
            <p:cNvCxnSpPr/>
            <p:nvPr/>
          </p:nvCxnSpPr>
          <p:spPr>
            <a:xfrm>
              <a:off x="7280280" y="3466800"/>
              <a:ext cx="360" cy="1448280"/>
            </a:xfrm>
            <a:prstGeom prst="straightConnector1">
              <a:avLst/>
            </a:prstGeom>
            <a:ln w="9525">
              <a:solidFill>
                <a:srgbClr val="A92422"/>
              </a:solidFill>
              <a:round/>
            </a:ln>
          </p:spPr>
        </p:cxnSp>
        <p:cxnSp>
          <p:nvCxnSpPr>
            <p:cNvPr id="119" name="Google Shape;204;p29"/>
            <p:cNvCxnSpPr/>
            <p:nvPr/>
          </p:nvCxnSpPr>
          <p:spPr>
            <a:xfrm>
              <a:off x="7280280" y="3238200"/>
              <a:ext cx="360" cy="228960"/>
            </a:xfrm>
            <a:prstGeom prst="straightConnector1">
              <a:avLst/>
            </a:prstGeom>
            <a:ln w="9525">
              <a:solidFill>
                <a:srgbClr val="A92422"/>
              </a:solidFill>
              <a:prstDash val="dot"/>
              <a:round/>
            </a:ln>
          </p:spPr>
        </p:cxnSp>
        <p:cxnSp>
          <p:nvCxnSpPr>
            <p:cNvPr id="120" name="Google Shape;205;p29"/>
            <p:cNvCxnSpPr/>
            <p:nvPr/>
          </p:nvCxnSpPr>
          <p:spPr>
            <a:xfrm>
              <a:off x="7176960" y="3352320"/>
              <a:ext cx="228960" cy="360"/>
            </a:xfrm>
            <a:prstGeom prst="straightConnector1">
              <a:avLst/>
            </a:prstGeom>
            <a:ln w="9525">
              <a:solidFill>
                <a:srgbClr val="A92422"/>
              </a:solidFill>
              <a:prstDash val="dot"/>
              <a:round/>
            </a:ln>
          </p:spPr>
        </p:cxnSp>
        <p:cxnSp>
          <p:nvCxnSpPr>
            <p:cNvPr id="121" name="Google Shape;206;p29"/>
            <p:cNvCxnSpPr/>
            <p:nvPr/>
          </p:nvCxnSpPr>
          <p:spPr>
            <a:xfrm>
              <a:off x="7279200" y="228240"/>
              <a:ext cx="1440" cy="3009960"/>
            </a:xfrm>
            <a:prstGeom prst="straightConnector1">
              <a:avLst/>
            </a:prstGeom>
            <a:ln w="9525">
              <a:solidFill>
                <a:srgbClr val="A92422"/>
              </a:solidFill>
              <a:round/>
            </a:ln>
          </p:spPr>
        </p:cxnSp>
        <p:cxnSp>
          <p:nvCxnSpPr>
            <p:cNvPr id="122" name="Google Shape;207;p29"/>
            <p:cNvCxnSpPr/>
            <p:nvPr/>
          </p:nvCxnSpPr>
          <p:spPr>
            <a:xfrm>
              <a:off x="228600" y="3352320"/>
              <a:ext cx="6948720" cy="360"/>
            </a:xfrm>
            <a:prstGeom prst="straightConnector1">
              <a:avLst/>
            </a:prstGeom>
            <a:ln w="9525">
              <a:solidFill>
                <a:srgbClr val="A92422"/>
              </a:solidFill>
              <a:round/>
            </a:ln>
          </p:spPr>
        </p:cxnSp>
        <p:cxnSp>
          <p:nvCxnSpPr>
            <p:cNvPr id="123" name="Google Shape;208;p29"/>
            <p:cNvCxnSpPr/>
            <p:nvPr/>
          </p:nvCxnSpPr>
          <p:spPr>
            <a:xfrm>
              <a:off x="7405560" y="3352320"/>
              <a:ext cx="1509840" cy="360"/>
            </a:xfrm>
            <a:prstGeom prst="straightConnector1">
              <a:avLst/>
            </a:prstGeom>
            <a:ln w="9525">
              <a:solidFill>
                <a:srgbClr val="A92422"/>
              </a:solidFill>
              <a:round/>
            </a:ln>
          </p:spPr>
        </p:cxnSp>
      </p:grpSp>
      <p:sp>
        <p:nvSpPr>
          <p:cNvPr id="124" name="PlaceHolder 1"/>
          <p:cNvSpPr>
            <a:spLocks noGrp="1"/>
          </p:cNvSpPr>
          <p:nvPr>
            <p:ph type="title"/>
          </p:nvPr>
        </p:nvSpPr>
        <p:spPr>
          <a:xfrm>
            <a:off x="3343320" y="3076560"/>
            <a:ext cx="3400200" cy="185688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2000" b="0" u="none" strike="noStrike">
                <a:solidFill>
                  <a:schemeClr val="dk1"/>
                </a:solidFill>
                <a:effectLst/>
                <a:uFillTx/>
                <a:latin typeface="Spline Sans"/>
                <a:ea typeface="Spline Sans"/>
              </a:rPr>
              <a:t>Backend Technologies and Database</a:t>
            </a:r>
            <a:endParaRPr lang="fr-FR" sz="2000" b="0" u="none" strike="noStrike">
              <a:solidFill>
                <a:schemeClr val="dk1"/>
              </a:solidFill>
              <a:effectLst/>
              <a:uFillTx/>
              <a:latin typeface="Arial"/>
            </a:endParaRPr>
          </a:p>
        </p:txBody>
      </p:sp>
      <p:sp>
        <p:nvSpPr>
          <p:cNvPr id="125" name="PlaceHolder 2"/>
          <p:cNvSpPr>
            <a:spLocks noGrp="1"/>
          </p:cNvSpPr>
          <p:nvPr>
            <p:ph type="subTitle"/>
          </p:nvPr>
        </p:nvSpPr>
        <p:spPr>
          <a:xfrm>
            <a:off x="228600" y="209520"/>
            <a:ext cx="5428800" cy="2580840"/>
          </a:xfrm>
          <a:prstGeom prst="rect">
            <a:avLst/>
          </a:prstGeom>
          <a:noFill/>
          <a:ln w="0">
            <a:noFill/>
          </a:ln>
        </p:spPr>
        <p:txBody>
          <a:bodyPr lIns="91440" tIns="91440" rIns="91440" bIns="91440" anchor="t">
            <a:normAutofit/>
          </a:bodyPr>
          <a:lstStyle/>
          <a:p>
            <a:pPr indent="0" algn="just">
              <a:lnSpc>
                <a:spcPct val="150000"/>
              </a:lnSpc>
              <a:buNone/>
              <a:tabLst>
                <a:tab pos="0" algn="l"/>
              </a:tabLst>
            </a:pPr>
            <a:r>
              <a:rPr lang="en-US" sz="1200" b="0" u="none" strike="noStrike" dirty="0">
                <a:solidFill>
                  <a:schemeClr val="dk1"/>
                </a:solidFill>
                <a:effectLst/>
                <a:uFillTx/>
                <a:latin typeface="Spline Sans"/>
                <a:ea typeface="Spline Sans"/>
              </a:rPr>
              <a:t>The backend is powered by </a:t>
            </a:r>
            <a:r>
              <a:rPr lang="en-US" sz="1200" b="1" dirty="0">
                <a:solidFill>
                  <a:schemeClr val="dk1"/>
                </a:solidFill>
                <a:latin typeface="Spline Sans"/>
                <a:ea typeface="Spline Sans"/>
              </a:rPr>
              <a:t>python ,</a:t>
            </a:r>
            <a:r>
              <a:rPr lang="en-US" sz="1200" b="1" dirty="0" err="1">
                <a:solidFill>
                  <a:schemeClr val="dk1"/>
                </a:solidFill>
                <a:latin typeface="Spline Sans"/>
                <a:ea typeface="Spline Sans"/>
              </a:rPr>
              <a:t>django</a:t>
            </a:r>
            <a:r>
              <a:rPr lang="en-US" sz="1200" b="0" u="none" strike="noStrike" dirty="0">
                <a:solidFill>
                  <a:schemeClr val="dk1"/>
                </a:solidFill>
                <a:effectLst/>
                <a:uFillTx/>
                <a:latin typeface="Spline Sans"/>
                <a:ea typeface="Spline Sans"/>
              </a:rPr>
              <a:t> with Express for server-side logic, handling user requests and business workflows</a:t>
            </a:r>
            <a:endParaRPr lang="en-US" sz="1200" b="0" u="none" strike="noStrike" dirty="0">
              <a:solidFill>
                <a:srgbClr val="000000"/>
              </a:solidFill>
              <a:effectLst/>
              <a:uFillTx/>
              <a:latin typeface="OpenSymbol"/>
            </a:endParaRPr>
          </a:p>
        </p:txBody>
      </p:sp>
      <p:sp>
        <p:nvSpPr>
          <p:cNvPr id="126" name="PlaceHolder 3"/>
          <p:cNvSpPr>
            <a:spLocks noGrp="1"/>
          </p:cNvSpPr>
          <p:nvPr>
            <p:ph type="sldNum" idx="25"/>
          </p:nvPr>
        </p:nvSpPr>
        <p:spPr>
          <a:xfrm>
            <a:off x="7829640" y="228600"/>
            <a:ext cx="1085400" cy="426960"/>
          </a:xfrm>
          <a:prstGeom prst="rect">
            <a:avLst/>
          </a:prstGeom>
          <a:noFill/>
          <a:ln w="0">
            <a:noFill/>
          </a:ln>
        </p:spPr>
        <p:txBody>
          <a:bodyPr lIns="91440" tIns="91440" rIns="91440" bIns="91440" anchor="t">
            <a:sp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fld id="{326FED46-62E2-44AD-ADA2-40DDDEF7D064}" type="slidenum">
              <a:rPr lang="en" sz="1600" b="0" u="none" strike="noStrike">
                <a:solidFill>
                  <a:schemeClr val="accent1"/>
                </a:solidFill>
                <a:effectLst/>
                <a:uFillTx/>
                <a:latin typeface="Gloock"/>
                <a:ea typeface="Gloock"/>
              </a:rPr>
              <a:t>4</a:t>
            </a:fld>
            <a:endParaRPr lang="en-US" sz="1600" b="0" u="none" strike="noStrike">
              <a:solidFill>
                <a:srgbClr val="000000"/>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7" name="Google Shape;202;p29"/>
          <p:cNvGrpSpPr/>
          <p:nvPr/>
        </p:nvGrpSpPr>
        <p:grpSpPr>
          <a:xfrm>
            <a:off x="228600" y="228240"/>
            <a:ext cx="8686440" cy="4686480"/>
            <a:chOff x="228600" y="228240"/>
            <a:chExt cx="8686440" cy="4686480"/>
          </a:xfrm>
        </p:grpSpPr>
        <p:cxnSp>
          <p:nvCxnSpPr>
            <p:cNvPr id="128" name="Google Shape;203;p29"/>
            <p:cNvCxnSpPr/>
            <p:nvPr/>
          </p:nvCxnSpPr>
          <p:spPr>
            <a:xfrm>
              <a:off x="7280280" y="3466800"/>
              <a:ext cx="360" cy="1448280"/>
            </a:xfrm>
            <a:prstGeom prst="straightConnector1">
              <a:avLst/>
            </a:prstGeom>
            <a:ln w="9525">
              <a:solidFill>
                <a:srgbClr val="A92422"/>
              </a:solidFill>
              <a:round/>
            </a:ln>
          </p:spPr>
        </p:cxnSp>
        <p:cxnSp>
          <p:nvCxnSpPr>
            <p:cNvPr id="129" name="Google Shape;204;p29"/>
            <p:cNvCxnSpPr/>
            <p:nvPr/>
          </p:nvCxnSpPr>
          <p:spPr>
            <a:xfrm>
              <a:off x="7280280" y="3238200"/>
              <a:ext cx="360" cy="228960"/>
            </a:xfrm>
            <a:prstGeom prst="straightConnector1">
              <a:avLst/>
            </a:prstGeom>
            <a:ln w="9525">
              <a:solidFill>
                <a:srgbClr val="A92422"/>
              </a:solidFill>
              <a:prstDash val="dot"/>
              <a:round/>
            </a:ln>
          </p:spPr>
        </p:cxnSp>
        <p:cxnSp>
          <p:nvCxnSpPr>
            <p:cNvPr id="130" name="Google Shape;205;p29"/>
            <p:cNvCxnSpPr/>
            <p:nvPr/>
          </p:nvCxnSpPr>
          <p:spPr>
            <a:xfrm>
              <a:off x="7176960" y="3352320"/>
              <a:ext cx="228960" cy="360"/>
            </a:xfrm>
            <a:prstGeom prst="straightConnector1">
              <a:avLst/>
            </a:prstGeom>
            <a:ln w="9525">
              <a:solidFill>
                <a:srgbClr val="A92422"/>
              </a:solidFill>
              <a:prstDash val="dot"/>
              <a:round/>
            </a:ln>
          </p:spPr>
        </p:cxnSp>
        <p:cxnSp>
          <p:nvCxnSpPr>
            <p:cNvPr id="131" name="Google Shape;206;p29"/>
            <p:cNvCxnSpPr/>
            <p:nvPr/>
          </p:nvCxnSpPr>
          <p:spPr>
            <a:xfrm>
              <a:off x="7279200" y="228240"/>
              <a:ext cx="1440" cy="3009960"/>
            </a:xfrm>
            <a:prstGeom prst="straightConnector1">
              <a:avLst/>
            </a:prstGeom>
            <a:ln w="9525">
              <a:solidFill>
                <a:srgbClr val="A92422"/>
              </a:solidFill>
              <a:round/>
            </a:ln>
          </p:spPr>
        </p:cxnSp>
        <p:cxnSp>
          <p:nvCxnSpPr>
            <p:cNvPr id="132" name="Google Shape;207;p29"/>
            <p:cNvCxnSpPr/>
            <p:nvPr/>
          </p:nvCxnSpPr>
          <p:spPr>
            <a:xfrm>
              <a:off x="228600" y="3352320"/>
              <a:ext cx="6948720" cy="360"/>
            </a:xfrm>
            <a:prstGeom prst="straightConnector1">
              <a:avLst/>
            </a:prstGeom>
            <a:ln w="9525">
              <a:solidFill>
                <a:srgbClr val="A92422"/>
              </a:solidFill>
              <a:round/>
            </a:ln>
          </p:spPr>
        </p:cxnSp>
        <p:cxnSp>
          <p:nvCxnSpPr>
            <p:cNvPr id="133" name="Google Shape;208;p29"/>
            <p:cNvCxnSpPr/>
            <p:nvPr/>
          </p:nvCxnSpPr>
          <p:spPr>
            <a:xfrm>
              <a:off x="7405560" y="3352320"/>
              <a:ext cx="1509840" cy="360"/>
            </a:xfrm>
            <a:prstGeom prst="straightConnector1">
              <a:avLst/>
            </a:prstGeom>
            <a:ln w="9525">
              <a:solidFill>
                <a:srgbClr val="A92422"/>
              </a:solidFill>
              <a:round/>
            </a:ln>
          </p:spPr>
        </p:cxnSp>
      </p:grpSp>
      <p:sp>
        <p:nvSpPr>
          <p:cNvPr id="134" name="PlaceHolder 1"/>
          <p:cNvSpPr>
            <a:spLocks noGrp="1"/>
          </p:cNvSpPr>
          <p:nvPr>
            <p:ph type="title"/>
          </p:nvPr>
        </p:nvSpPr>
        <p:spPr>
          <a:xfrm>
            <a:off x="3343320" y="3076560"/>
            <a:ext cx="3400200" cy="185688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2000" b="0" u="none" strike="noStrike">
                <a:solidFill>
                  <a:schemeClr val="dk1"/>
                </a:solidFill>
                <a:effectLst/>
                <a:uFillTx/>
                <a:latin typeface="Spline Sans"/>
                <a:ea typeface="Spline Sans"/>
              </a:rPr>
              <a:t>Integration and Deployment</a:t>
            </a:r>
            <a:endParaRPr lang="fr-FR" sz="2000" b="0" u="none" strike="noStrike">
              <a:solidFill>
                <a:schemeClr val="dk1"/>
              </a:solidFill>
              <a:effectLst/>
              <a:uFillTx/>
              <a:latin typeface="Arial"/>
            </a:endParaRPr>
          </a:p>
        </p:txBody>
      </p:sp>
      <p:sp>
        <p:nvSpPr>
          <p:cNvPr id="135" name="PlaceHolder 2"/>
          <p:cNvSpPr>
            <a:spLocks noGrp="1"/>
          </p:cNvSpPr>
          <p:nvPr>
            <p:ph type="subTitle"/>
          </p:nvPr>
        </p:nvSpPr>
        <p:spPr>
          <a:xfrm>
            <a:off x="228600" y="209520"/>
            <a:ext cx="5428800" cy="2580840"/>
          </a:xfrm>
          <a:prstGeom prst="rect">
            <a:avLst/>
          </a:prstGeom>
          <a:noFill/>
          <a:ln w="0">
            <a:noFill/>
          </a:ln>
        </p:spPr>
        <p:txBody>
          <a:bodyPr lIns="91440" tIns="91440" rIns="91440" bIns="91440" anchor="t">
            <a:normAutofit/>
          </a:bodyPr>
          <a:lstStyle/>
          <a:p>
            <a:pPr indent="0" algn="just">
              <a:lnSpc>
                <a:spcPct val="150000"/>
              </a:lnSpc>
              <a:buNone/>
              <a:tabLst>
                <a:tab pos="0" algn="l"/>
              </a:tabLst>
            </a:pPr>
            <a:r>
              <a:rPr lang="en-US" sz="1200" b="0" u="none" strike="noStrike" dirty="0">
                <a:solidFill>
                  <a:schemeClr val="dk1"/>
                </a:solidFill>
                <a:effectLst/>
                <a:uFillTx/>
                <a:latin typeface="Spline Sans"/>
                <a:ea typeface="Spline Sans"/>
              </a:rPr>
              <a:t>The system integrates frontend and backend components using </a:t>
            </a:r>
            <a:r>
              <a:rPr lang="en-US" sz="1200" dirty="0">
                <a:solidFill>
                  <a:schemeClr val="dk1"/>
                </a:solidFill>
                <a:latin typeface="Spline Sans"/>
                <a:ea typeface="Spline Sans"/>
              </a:rPr>
              <a:t>HTML ,python and </a:t>
            </a:r>
            <a:r>
              <a:rPr lang="en-US" sz="1200" dirty="0" err="1">
                <a:solidFill>
                  <a:schemeClr val="dk1"/>
                </a:solidFill>
                <a:latin typeface="Spline Sans"/>
                <a:ea typeface="Spline Sans"/>
              </a:rPr>
              <a:t>css</a:t>
            </a:r>
            <a:r>
              <a:rPr lang="en-US" sz="1200" b="0" u="none" strike="noStrike" dirty="0">
                <a:solidFill>
                  <a:schemeClr val="dk1"/>
                </a:solidFill>
                <a:effectLst/>
                <a:uFillTx/>
                <a:latin typeface="Spline Sans"/>
                <a:ea typeface="Spline Sans"/>
              </a:rPr>
              <a:t>. Continuous integration and automated testing were implemented to maintain quality and streamline updates, ensuring the system remains stable and responsive under varying user loads.</a:t>
            </a:r>
            <a:endParaRPr lang="en-US" sz="1200" b="0" u="none" strike="noStrike" dirty="0">
              <a:solidFill>
                <a:srgbClr val="000000"/>
              </a:solidFill>
              <a:effectLst/>
              <a:uFillTx/>
              <a:latin typeface="OpenSymbol"/>
            </a:endParaRPr>
          </a:p>
        </p:txBody>
      </p:sp>
      <p:sp>
        <p:nvSpPr>
          <p:cNvPr id="136" name="PlaceHolder 3"/>
          <p:cNvSpPr>
            <a:spLocks noGrp="1"/>
          </p:cNvSpPr>
          <p:nvPr>
            <p:ph type="sldNum" idx="26"/>
          </p:nvPr>
        </p:nvSpPr>
        <p:spPr>
          <a:xfrm>
            <a:off x="7829640" y="228600"/>
            <a:ext cx="1085400" cy="426960"/>
          </a:xfrm>
          <a:prstGeom prst="rect">
            <a:avLst/>
          </a:prstGeom>
          <a:noFill/>
          <a:ln w="0">
            <a:noFill/>
          </a:ln>
        </p:spPr>
        <p:txBody>
          <a:bodyPr lIns="91440" tIns="91440" rIns="91440" bIns="91440" anchor="t">
            <a:sp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fld id="{3BAED42F-8D28-4EE6-8878-55A22656F9E1}" type="slidenum">
              <a:rPr lang="en" sz="1600" b="0" u="none" strike="noStrike">
                <a:solidFill>
                  <a:schemeClr val="accent1"/>
                </a:solidFill>
                <a:effectLst/>
                <a:uFillTx/>
                <a:latin typeface="Gloock"/>
                <a:ea typeface="Gloock"/>
              </a:rPr>
              <a:t>5</a:t>
            </a:fld>
            <a:endParaRPr lang="en-US" sz="1600" b="0" u="none" strike="noStrike">
              <a:solidFill>
                <a:srgbClr val="000000"/>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7" name="Google Shape;202;p29"/>
          <p:cNvGrpSpPr/>
          <p:nvPr/>
        </p:nvGrpSpPr>
        <p:grpSpPr>
          <a:xfrm>
            <a:off x="228600" y="228240"/>
            <a:ext cx="8686440" cy="4686480"/>
            <a:chOff x="228600" y="228240"/>
            <a:chExt cx="8686440" cy="4686480"/>
          </a:xfrm>
        </p:grpSpPr>
        <p:cxnSp>
          <p:nvCxnSpPr>
            <p:cNvPr id="138" name="Google Shape;203;p29"/>
            <p:cNvCxnSpPr/>
            <p:nvPr/>
          </p:nvCxnSpPr>
          <p:spPr>
            <a:xfrm>
              <a:off x="7280280" y="3466800"/>
              <a:ext cx="360" cy="1448280"/>
            </a:xfrm>
            <a:prstGeom prst="straightConnector1">
              <a:avLst/>
            </a:prstGeom>
            <a:ln w="9525">
              <a:solidFill>
                <a:srgbClr val="A92422"/>
              </a:solidFill>
              <a:round/>
            </a:ln>
          </p:spPr>
        </p:cxnSp>
        <p:cxnSp>
          <p:nvCxnSpPr>
            <p:cNvPr id="139" name="Google Shape;204;p29"/>
            <p:cNvCxnSpPr/>
            <p:nvPr/>
          </p:nvCxnSpPr>
          <p:spPr>
            <a:xfrm>
              <a:off x="7280280" y="3238200"/>
              <a:ext cx="360" cy="228960"/>
            </a:xfrm>
            <a:prstGeom prst="straightConnector1">
              <a:avLst/>
            </a:prstGeom>
            <a:ln w="9525">
              <a:solidFill>
                <a:srgbClr val="A92422"/>
              </a:solidFill>
              <a:prstDash val="dot"/>
              <a:round/>
            </a:ln>
          </p:spPr>
        </p:cxnSp>
        <p:cxnSp>
          <p:nvCxnSpPr>
            <p:cNvPr id="140" name="Google Shape;205;p29"/>
            <p:cNvCxnSpPr/>
            <p:nvPr/>
          </p:nvCxnSpPr>
          <p:spPr>
            <a:xfrm>
              <a:off x="7176960" y="3352320"/>
              <a:ext cx="228960" cy="360"/>
            </a:xfrm>
            <a:prstGeom prst="straightConnector1">
              <a:avLst/>
            </a:prstGeom>
            <a:ln w="9525">
              <a:solidFill>
                <a:srgbClr val="A92422"/>
              </a:solidFill>
              <a:prstDash val="dot"/>
              <a:round/>
            </a:ln>
          </p:spPr>
        </p:cxnSp>
        <p:cxnSp>
          <p:nvCxnSpPr>
            <p:cNvPr id="141" name="Google Shape;206;p29"/>
            <p:cNvCxnSpPr/>
            <p:nvPr/>
          </p:nvCxnSpPr>
          <p:spPr>
            <a:xfrm>
              <a:off x="7279200" y="228240"/>
              <a:ext cx="1440" cy="3009960"/>
            </a:xfrm>
            <a:prstGeom prst="straightConnector1">
              <a:avLst/>
            </a:prstGeom>
            <a:ln w="9525">
              <a:solidFill>
                <a:srgbClr val="A92422"/>
              </a:solidFill>
              <a:round/>
            </a:ln>
          </p:spPr>
        </p:cxnSp>
        <p:cxnSp>
          <p:nvCxnSpPr>
            <p:cNvPr id="142" name="Google Shape;207;p29"/>
            <p:cNvCxnSpPr/>
            <p:nvPr/>
          </p:nvCxnSpPr>
          <p:spPr>
            <a:xfrm>
              <a:off x="228600" y="3352320"/>
              <a:ext cx="6948720" cy="360"/>
            </a:xfrm>
            <a:prstGeom prst="straightConnector1">
              <a:avLst/>
            </a:prstGeom>
            <a:ln w="9525">
              <a:solidFill>
                <a:srgbClr val="A92422"/>
              </a:solidFill>
              <a:round/>
            </a:ln>
          </p:spPr>
        </p:cxnSp>
        <p:cxnSp>
          <p:nvCxnSpPr>
            <p:cNvPr id="143" name="Google Shape;208;p29"/>
            <p:cNvCxnSpPr/>
            <p:nvPr/>
          </p:nvCxnSpPr>
          <p:spPr>
            <a:xfrm>
              <a:off x="7405560" y="3352320"/>
              <a:ext cx="1509840" cy="360"/>
            </a:xfrm>
            <a:prstGeom prst="straightConnector1">
              <a:avLst/>
            </a:prstGeom>
            <a:ln w="9525">
              <a:solidFill>
                <a:srgbClr val="A92422"/>
              </a:solidFill>
              <a:round/>
            </a:ln>
          </p:spPr>
        </p:cxnSp>
      </p:grpSp>
      <p:sp>
        <p:nvSpPr>
          <p:cNvPr id="144" name="PlaceHolder 1"/>
          <p:cNvSpPr>
            <a:spLocks noGrp="1"/>
          </p:cNvSpPr>
          <p:nvPr>
            <p:ph type="title"/>
          </p:nvPr>
        </p:nvSpPr>
        <p:spPr>
          <a:xfrm>
            <a:off x="3343320" y="3076560"/>
            <a:ext cx="3400200" cy="185688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2000" b="0" u="none" strike="noStrike">
                <a:solidFill>
                  <a:schemeClr val="dk1"/>
                </a:solidFill>
                <a:effectLst/>
                <a:uFillTx/>
                <a:latin typeface="Spline Sans"/>
                <a:ea typeface="Spline Sans"/>
              </a:rPr>
              <a:t>Electricity Bill Payment System Project</a:t>
            </a:r>
            <a:endParaRPr lang="fr-FR" sz="2000" b="0" u="none" strike="noStrike">
              <a:solidFill>
                <a:schemeClr val="dk1"/>
              </a:solidFill>
              <a:effectLst/>
              <a:uFillTx/>
              <a:latin typeface="Arial"/>
            </a:endParaRPr>
          </a:p>
        </p:txBody>
      </p:sp>
      <p:sp>
        <p:nvSpPr>
          <p:cNvPr id="145" name="PlaceHolder 2"/>
          <p:cNvSpPr>
            <a:spLocks noGrp="1"/>
          </p:cNvSpPr>
          <p:nvPr>
            <p:ph type="subTitle"/>
          </p:nvPr>
        </p:nvSpPr>
        <p:spPr>
          <a:xfrm>
            <a:off x="228600" y="209520"/>
            <a:ext cx="5428800" cy="2581560"/>
          </a:xfrm>
          <a:prstGeom prst="rect">
            <a:avLst/>
          </a:prstGeom>
          <a:noFill/>
          <a:ln w="0">
            <a:noFill/>
          </a:ln>
        </p:spPr>
        <p:txBody>
          <a:bodyPr lIns="91440" tIns="91440" rIns="91440" bIns="91440" anchor="t">
            <a:spAutoFit/>
          </a:bodyPr>
          <a:lstStyle/>
          <a:p>
            <a:pPr indent="0" algn="ctr">
              <a:buNone/>
            </a:pPr>
            <a:endParaRPr lang="en-US" sz="1200" b="0" u="none" strike="noStrike">
              <a:solidFill>
                <a:schemeClr val="dk1"/>
              </a:solidFill>
              <a:effectLst/>
              <a:uFillTx/>
              <a:latin typeface="Spline Sans"/>
              <a:ea typeface="Spline Sans"/>
            </a:endParaRPr>
          </a:p>
        </p:txBody>
      </p:sp>
      <p:sp>
        <p:nvSpPr>
          <p:cNvPr id="146" name="PlaceHolder 3"/>
          <p:cNvSpPr>
            <a:spLocks noGrp="1"/>
          </p:cNvSpPr>
          <p:nvPr>
            <p:ph type="sldNum" idx="27"/>
          </p:nvPr>
        </p:nvSpPr>
        <p:spPr>
          <a:xfrm>
            <a:off x="7829640" y="228600"/>
            <a:ext cx="1085400" cy="426960"/>
          </a:xfrm>
          <a:prstGeom prst="rect">
            <a:avLst/>
          </a:prstGeom>
          <a:noFill/>
          <a:ln w="0">
            <a:noFill/>
          </a:ln>
        </p:spPr>
        <p:txBody>
          <a:bodyPr lIns="91440" tIns="91440" rIns="91440" bIns="91440" anchor="t">
            <a:sp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fld id="{95323ADA-108D-414F-842B-804358DF11D2}" type="slidenum">
              <a:rPr lang="en" sz="1600" b="0" u="none" strike="noStrike">
                <a:solidFill>
                  <a:schemeClr val="accent1"/>
                </a:solidFill>
                <a:effectLst/>
                <a:uFillTx/>
                <a:latin typeface="Gloock"/>
                <a:ea typeface="Gloock"/>
              </a:rPr>
              <a:t>6</a:t>
            </a:fld>
            <a:endParaRPr lang="en-US" sz="1600" b="0" u="none" strike="noStrike">
              <a:solidFill>
                <a:srgbClr val="000000"/>
              </a:solidFill>
              <a:effectLst/>
              <a:uFillTx/>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Google Shape;202;p29"/>
          <p:cNvGrpSpPr/>
          <p:nvPr/>
        </p:nvGrpSpPr>
        <p:grpSpPr>
          <a:xfrm>
            <a:off x="228600" y="228240"/>
            <a:ext cx="8686440" cy="4686480"/>
            <a:chOff x="228600" y="228240"/>
            <a:chExt cx="8686440" cy="4686480"/>
          </a:xfrm>
        </p:grpSpPr>
        <p:cxnSp>
          <p:nvCxnSpPr>
            <p:cNvPr id="148" name="Google Shape;203;p29"/>
            <p:cNvCxnSpPr/>
            <p:nvPr/>
          </p:nvCxnSpPr>
          <p:spPr>
            <a:xfrm>
              <a:off x="7280280" y="3466800"/>
              <a:ext cx="360" cy="1448280"/>
            </a:xfrm>
            <a:prstGeom prst="straightConnector1">
              <a:avLst/>
            </a:prstGeom>
            <a:ln w="9525">
              <a:solidFill>
                <a:srgbClr val="A92422"/>
              </a:solidFill>
              <a:round/>
            </a:ln>
          </p:spPr>
        </p:cxnSp>
        <p:cxnSp>
          <p:nvCxnSpPr>
            <p:cNvPr id="149" name="Google Shape;204;p29"/>
            <p:cNvCxnSpPr/>
            <p:nvPr/>
          </p:nvCxnSpPr>
          <p:spPr>
            <a:xfrm>
              <a:off x="7280280" y="3238200"/>
              <a:ext cx="360" cy="228960"/>
            </a:xfrm>
            <a:prstGeom prst="straightConnector1">
              <a:avLst/>
            </a:prstGeom>
            <a:ln w="9525">
              <a:solidFill>
                <a:srgbClr val="A92422"/>
              </a:solidFill>
              <a:prstDash val="dot"/>
              <a:round/>
            </a:ln>
          </p:spPr>
        </p:cxnSp>
        <p:cxnSp>
          <p:nvCxnSpPr>
            <p:cNvPr id="150" name="Google Shape;205;p29"/>
            <p:cNvCxnSpPr/>
            <p:nvPr/>
          </p:nvCxnSpPr>
          <p:spPr>
            <a:xfrm>
              <a:off x="7176960" y="3352320"/>
              <a:ext cx="228960" cy="360"/>
            </a:xfrm>
            <a:prstGeom prst="straightConnector1">
              <a:avLst/>
            </a:prstGeom>
            <a:ln w="9525">
              <a:solidFill>
                <a:srgbClr val="A92422"/>
              </a:solidFill>
              <a:prstDash val="dot"/>
              <a:round/>
            </a:ln>
          </p:spPr>
        </p:cxnSp>
        <p:cxnSp>
          <p:nvCxnSpPr>
            <p:cNvPr id="151" name="Google Shape;206;p29"/>
            <p:cNvCxnSpPr/>
            <p:nvPr/>
          </p:nvCxnSpPr>
          <p:spPr>
            <a:xfrm>
              <a:off x="7279200" y="228240"/>
              <a:ext cx="1440" cy="3009960"/>
            </a:xfrm>
            <a:prstGeom prst="straightConnector1">
              <a:avLst/>
            </a:prstGeom>
            <a:ln w="9525">
              <a:solidFill>
                <a:srgbClr val="A92422"/>
              </a:solidFill>
              <a:round/>
            </a:ln>
          </p:spPr>
        </p:cxnSp>
        <p:cxnSp>
          <p:nvCxnSpPr>
            <p:cNvPr id="152" name="Google Shape;207;p29"/>
            <p:cNvCxnSpPr/>
            <p:nvPr/>
          </p:nvCxnSpPr>
          <p:spPr>
            <a:xfrm>
              <a:off x="228600" y="3352320"/>
              <a:ext cx="6948720" cy="360"/>
            </a:xfrm>
            <a:prstGeom prst="straightConnector1">
              <a:avLst/>
            </a:prstGeom>
            <a:ln w="9525">
              <a:solidFill>
                <a:srgbClr val="A92422"/>
              </a:solidFill>
              <a:round/>
            </a:ln>
          </p:spPr>
        </p:cxnSp>
        <p:cxnSp>
          <p:nvCxnSpPr>
            <p:cNvPr id="153" name="Google Shape;208;p29"/>
            <p:cNvCxnSpPr/>
            <p:nvPr/>
          </p:nvCxnSpPr>
          <p:spPr>
            <a:xfrm>
              <a:off x="7405560" y="3352320"/>
              <a:ext cx="1509840" cy="360"/>
            </a:xfrm>
            <a:prstGeom prst="straightConnector1">
              <a:avLst/>
            </a:prstGeom>
            <a:ln w="9525">
              <a:solidFill>
                <a:srgbClr val="A92422"/>
              </a:solidFill>
              <a:round/>
            </a:ln>
          </p:spPr>
        </p:cxnSp>
      </p:grpSp>
      <p:sp>
        <p:nvSpPr>
          <p:cNvPr id="154" name="PlaceHolder 1"/>
          <p:cNvSpPr>
            <a:spLocks noGrp="1"/>
          </p:cNvSpPr>
          <p:nvPr>
            <p:ph type="title"/>
          </p:nvPr>
        </p:nvSpPr>
        <p:spPr>
          <a:xfrm>
            <a:off x="3343320" y="3076560"/>
            <a:ext cx="3400200" cy="185688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2000" b="0" u="none" strike="noStrike">
                <a:solidFill>
                  <a:schemeClr val="dk1"/>
                </a:solidFill>
                <a:effectLst/>
                <a:uFillTx/>
                <a:latin typeface="Spline Sans"/>
                <a:ea typeface="Spline Sans"/>
              </a:rPr>
              <a:t>System Features and User Flow</a:t>
            </a:r>
            <a:endParaRPr lang="fr-FR" sz="2000" b="0" u="none" strike="noStrike">
              <a:solidFill>
                <a:schemeClr val="dk1"/>
              </a:solidFill>
              <a:effectLst/>
              <a:uFillTx/>
              <a:latin typeface="Arial"/>
            </a:endParaRPr>
          </a:p>
        </p:txBody>
      </p:sp>
      <p:sp>
        <p:nvSpPr>
          <p:cNvPr id="155" name="PlaceHolder 2"/>
          <p:cNvSpPr>
            <a:spLocks noGrp="1"/>
          </p:cNvSpPr>
          <p:nvPr>
            <p:ph type="subTitle"/>
          </p:nvPr>
        </p:nvSpPr>
        <p:spPr>
          <a:xfrm>
            <a:off x="228600" y="209520"/>
            <a:ext cx="5428800" cy="2580840"/>
          </a:xfrm>
          <a:prstGeom prst="rect">
            <a:avLst/>
          </a:prstGeom>
          <a:noFill/>
          <a:ln w="0">
            <a:noFill/>
          </a:ln>
        </p:spPr>
        <p:txBody>
          <a:bodyPr lIns="91440" tIns="91440" rIns="91440" bIns="91440" anchor="t">
            <a:normAutofit/>
          </a:bodyPr>
          <a:lstStyle/>
          <a:p>
            <a:pPr indent="0" algn="just">
              <a:lnSpc>
                <a:spcPct val="150000"/>
              </a:lnSpc>
              <a:buNone/>
              <a:tabLst>
                <a:tab pos="0" algn="l"/>
              </a:tabLst>
            </a:pPr>
            <a:r>
              <a:rPr lang="en-US" sz="1200" b="0" u="none" strike="noStrike">
                <a:solidFill>
                  <a:schemeClr val="dk1"/>
                </a:solidFill>
                <a:effectLst/>
                <a:uFillTx/>
                <a:latin typeface="Spline Sans"/>
                <a:ea typeface="Spline Sans"/>
              </a:rPr>
              <a:t>The system allows users to register, log in, view their electricity bills, and make secure payments online. It features real-time bill calculation, payment history tracking, and notification alerts for due dates. The user flow is designed to be intuitive, minimizing steps and enhancing overall user experience.</a:t>
            </a:r>
            <a:endParaRPr lang="en-US" sz="1200" b="0" u="none" strike="noStrike">
              <a:solidFill>
                <a:srgbClr val="000000"/>
              </a:solidFill>
              <a:effectLst/>
              <a:uFillTx/>
              <a:latin typeface="OpenSymbol"/>
            </a:endParaRPr>
          </a:p>
        </p:txBody>
      </p:sp>
      <p:sp>
        <p:nvSpPr>
          <p:cNvPr id="156" name="PlaceHolder 3"/>
          <p:cNvSpPr>
            <a:spLocks noGrp="1"/>
          </p:cNvSpPr>
          <p:nvPr>
            <p:ph type="sldNum" idx="28"/>
          </p:nvPr>
        </p:nvSpPr>
        <p:spPr>
          <a:xfrm>
            <a:off x="7829640" y="228600"/>
            <a:ext cx="1085400" cy="426960"/>
          </a:xfrm>
          <a:prstGeom prst="rect">
            <a:avLst/>
          </a:prstGeom>
          <a:noFill/>
          <a:ln w="0">
            <a:noFill/>
          </a:ln>
        </p:spPr>
        <p:txBody>
          <a:bodyPr lIns="91440" tIns="91440" rIns="91440" bIns="91440" anchor="t">
            <a:sp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fld id="{CC745FCD-41EB-4C2E-9A91-E4A89056DD21}" type="slidenum">
              <a:rPr lang="en" sz="1600" b="0" u="none" strike="noStrike">
                <a:solidFill>
                  <a:schemeClr val="accent1"/>
                </a:solidFill>
                <a:effectLst/>
                <a:uFillTx/>
                <a:latin typeface="Gloock"/>
                <a:ea typeface="Gloock"/>
              </a:rPr>
              <a:t>7</a:t>
            </a:fld>
            <a:endParaRPr lang="en-US" sz="1600" b="0" u="none" strike="noStrike">
              <a:solidFill>
                <a:srgbClr val="000000"/>
              </a:solidFill>
              <a:effectLst/>
              <a:uFillTx/>
              <a:latin typeface="OpenSymbo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7" name="Google Shape;278;p33"/>
          <p:cNvGrpSpPr/>
          <p:nvPr/>
        </p:nvGrpSpPr>
        <p:grpSpPr>
          <a:xfrm>
            <a:off x="228600" y="225000"/>
            <a:ext cx="8686800" cy="4689720"/>
            <a:chOff x="228600" y="225000"/>
            <a:chExt cx="8686800" cy="4689720"/>
          </a:xfrm>
        </p:grpSpPr>
        <p:cxnSp>
          <p:nvCxnSpPr>
            <p:cNvPr id="158" name="Google Shape;279;p33"/>
            <p:cNvCxnSpPr/>
            <p:nvPr/>
          </p:nvCxnSpPr>
          <p:spPr>
            <a:xfrm>
              <a:off x="4024080" y="1901880"/>
              <a:ext cx="360" cy="3013200"/>
            </a:xfrm>
            <a:prstGeom prst="straightConnector1">
              <a:avLst/>
            </a:prstGeom>
            <a:ln w="9525">
              <a:solidFill>
                <a:srgbClr val="A92422"/>
              </a:solidFill>
              <a:round/>
            </a:ln>
          </p:spPr>
        </p:cxnSp>
        <p:cxnSp>
          <p:nvCxnSpPr>
            <p:cNvPr id="159" name="Google Shape;280;p33"/>
            <p:cNvCxnSpPr/>
            <p:nvPr/>
          </p:nvCxnSpPr>
          <p:spPr>
            <a:xfrm>
              <a:off x="4024080" y="1673280"/>
              <a:ext cx="360" cy="228960"/>
            </a:xfrm>
            <a:prstGeom prst="straightConnector1">
              <a:avLst/>
            </a:prstGeom>
            <a:ln w="9525">
              <a:solidFill>
                <a:srgbClr val="A92422"/>
              </a:solidFill>
              <a:prstDash val="dot"/>
              <a:round/>
            </a:ln>
          </p:spPr>
        </p:cxnSp>
        <p:cxnSp>
          <p:nvCxnSpPr>
            <p:cNvPr id="160" name="Google Shape;281;p33"/>
            <p:cNvCxnSpPr/>
            <p:nvPr/>
          </p:nvCxnSpPr>
          <p:spPr>
            <a:xfrm>
              <a:off x="3920760" y="1787760"/>
              <a:ext cx="228960" cy="360"/>
            </a:xfrm>
            <a:prstGeom prst="straightConnector1">
              <a:avLst/>
            </a:prstGeom>
            <a:ln w="9525">
              <a:solidFill>
                <a:srgbClr val="A92422"/>
              </a:solidFill>
              <a:prstDash val="dot"/>
              <a:round/>
            </a:ln>
          </p:spPr>
        </p:cxnSp>
        <p:cxnSp>
          <p:nvCxnSpPr>
            <p:cNvPr id="161" name="Google Shape;282;p33"/>
            <p:cNvCxnSpPr/>
            <p:nvPr/>
          </p:nvCxnSpPr>
          <p:spPr>
            <a:xfrm>
              <a:off x="4023000" y="225000"/>
              <a:ext cx="1440" cy="1448640"/>
            </a:xfrm>
            <a:prstGeom prst="straightConnector1">
              <a:avLst/>
            </a:prstGeom>
            <a:ln w="9525">
              <a:solidFill>
                <a:srgbClr val="A92422"/>
              </a:solidFill>
              <a:round/>
            </a:ln>
          </p:spPr>
        </p:cxnSp>
        <p:cxnSp>
          <p:nvCxnSpPr>
            <p:cNvPr id="162" name="Google Shape;283;p33"/>
            <p:cNvCxnSpPr/>
            <p:nvPr/>
          </p:nvCxnSpPr>
          <p:spPr>
            <a:xfrm>
              <a:off x="228600" y="1787760"/>
              <a:ext cx="3692880" cy="360"/>
            </a:xfrm>
            <a:prstGeom prst="straightConnector1">
              <a:avLst/>
            </a:prstGeom>
            <a:ln w="9525">
              <a:solidFill>
                <a:srgbClr val="A92422"/>
              </a:solidFill>
              <a:round/>
            </a:ln>
          </p:spPr>
        </p:cxnSp>
        <p:cxnSp>
          <p:nvCxnSpPr>
            <p:cNvPr id="163" name="Google Shape;284;p33"/>
            <p:cNvCxnSpPr/>
            <p:nvPr/>
          </p:nvCxnSpPr>
          <p:spPr>
            <a:xfrm>
              <a:off x="4149360" y="1787760"/>
              <a:ext cx="4766400" cy="360"/>
            </a:xfrm>
            <a:prstGeom prst="straightConnector1">
              <a:avLst/>
            </a:prstGeom>
            <a:ln w="9525">
              <a:solidFill>
                <a:srgbClr val="A92422"/>
              </a:solidFill>
              <a:round/>
            </a:ln>
          </p:spPr>
        </p:cxnSp>
      </p:grpSp>
      <p:sp>
        <p:nvSpPr>
          <p:cNvPr id="164" name="PlaceHolder 1"/>
          <p:cNvSpPr>
            <a:spLocks noGrp="1"/>
          </p:cNvSpPr>
          <p:nvPr>
            <p:ph type="title"/>
          </p:nvPr>
        </p:nvSpPr>
        <p:spPr>
          <a:xfrm>
            <a:off x="228600" y="209520"/>
            <a:ext cx="4543200" cy="10951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000" b="0" u="none" strike="noStrike">
                <a:solidFill>
                  <a:schemeClr val="dk1"/>
                </a:solidFill>
                <a:effectLst/>
                <a:uFillTx/>
                <a:latin typeface="Spline Sans"/>
                <a:ea typeface="Spline Sans"/>
              </a:rPr>
              <a:t>Technical Architecture and</a:t>
            </a:r>
            <a:endParaRPr lang="fr-FR" sz="2000" b="0" u="none" strike="noStrike">
              <a:solidFill>
                <a:schemeClr val="dk1"/>
              </a:solidFill>
              <a:effectLst/>
              <a:uFillTx/>
              <a:latin typeface="Arial"/>
            </a:endParaRPr>
          </a:p>
          <a:p>
            <a:pPr indent="0">
              <a:lnSpc>
                <a:spcPct val="100000"/>
              </a:lnSpc>
              <a:buNone/>
              <a:tabLst>
                <a:tab pos="0" algn="l"/>
              </a:tabLst>
            </a:pPr>
            <a:r>
              <a:rPr lang="en-US" sz="2000" b="0" u="none" strike="noStrike">
                <a:solidFill>
                  <a:schemeClr val="dk1"/>
                </a:solidFill>
                <a:effectLst/>
                <a:uFillTx/>
                <a:latin typeface="Spline Sans"/>
                <a:ea typeface="Spline Sans"/>
              </a:rPr>
              <a:t> Implementation</a:t>
            </a:r>
            <a:endParaRPr lang="fr-FR" sz="2000" b="0" u="none" strike="noStrike">
              <a:solidFill>
                <a:schemeClr val="dk1"/>
              </a:solidFill>
              <a:effectLst/>
              <a:uFillTx/>
              <a:latin typeface="Arial"/>
            </a:endParaRPr>
          </a:p>
        </p:txBody>
      </p:sp>
      <p:sp>
        <p:nvSpPr>
          <p:cNvPr id="165" name="PlaceHolder 2"/>
          <p:cNvSpPr>
            <a:spLocks noGrp="1"/>
          </p:cNvSpPr>
          <p:nvPr>
            <p:ph type="subTitle"/>
          </p:nvPr>
        </p:nvSpPr>
        <p:spPr>
          <a:xfrm>
            <a:off x="4505400" y="2571750"/>
            <a:ext cx="4295520" cy="1904760"/>
          </a:xfrm>
          <a:prstGeom prst="rect">
            <a:avLst/>
          </a:prstGeom>
          <a:noFill/>
          <a:ln w="0">
            <a:noFill/>
          </a:ln>
        </p:spPr>
        <p:txBody>
          <a:bodyPr lIns="91440" tIns="91440" rIns="91440" bIns="91440" anchor="b">
            <a:normAutofit/>
          </a:bodyPr>
          <a:lstStyle/>
          <a:p>
            <a:pPr indent="0" algn="just">
              <a:lnSpc>
                <a:spcPct val="150000"/>
              </a:lnSpc>
              <a:buNone/>
              <a:tabLst>
                <a:tab pos="0" algn="l"/>
              </a:tabLst>
            </a:pPr>
            <a:r>
              <a:rPr lang="en-US" sz="1200" b="0" u="none" strike="noStrike" dirty="0">
                <a:solidFill>
                  <a:schemeClr val="dk1"/>
                </a:solidFill>
                <a:effectLst/>
                <a:uFillTx/>
                <a:latin typeface="Spline Sans"/>
                <a:ea typeface="Spline Sans"/>
              </a:rPr>
              <a:t>The architecture follows a client-server model </a:t>
            </a:r>
            <a:r>
              <a:rPr lang="en-US" sz="1200" dirty="0">
                <a:solidFill>
                  <a:schemeClr val="dk1"/>
                </a:solidFill>
                <a:latin typeface="Spline Sans"/>
                <a:ea typeface="Spline Sans"/>
              </a:rPr>
              <a:t>.</a:t>
            </a:r>
            <a:r>
              <a:rPr lang="en-US" sz="1200" b="0" u="none" strike="noStrike" dirty="0">
                <a:solidFill>
                  <a:schemeClr val="dk1"/>
                </a:solidFill>
                <a:effectLst/>
                <a:uFillTx/>
                <a:latin typeface="Spline Sans"/>
                <a:ea typeface="Spline Sans"/>
              </a:rPr>
              <a:t>database management, storing user data and transactions securely. The implementation includes authentication, payment gateway integration, and error handling to ensure data integrity and secure processing.</a:t>
            </a:r>
            <a:endParaRPr lang="en-US" sz="1200" b="0" u="none" strike="noStrike" dirty="0">
              <a:solidFill>
                <a:srgbClr val="000000"/>
              </a:solidFill>
              <a:effectLst/>
              <a:uFillTx/>
              <a:latin typeface="OpenSymbol"/>
            </a:endParaRPr>
          </a:p>
        </p:txBody>
      </p:sp>
      <p:pic>
        <p:nvPicPr>
          <p:cNvPr id="166" name="Google Shape;287;p33"/>
          <p:cNvPicPr/>
          <p:nvPr/>
        </p:nvPicPr>
        <p:blipFill>
          <a:blip r:embed="rId2"/>
          <a:srcRect t="3175" r="6690"/>
          <a:stretch/>
        </p:blipFill>
        <p:spPr>
          <a:xfrm>
            <a:off x="343080" y="2571840"/>
            <a:ext cx="3142080" cy="2234880"/>
          </a:xfrm>
          <a:prstGeom prst="rect">
            <a:avLst/>
          </a:prstGeom>
          <a:noFill/>
          <a:ln w="0">
            <a:noFill/>
          </a:ln>
        </p:spPr>
      </p:pic>
      <p:sp>
        <p:nvSpPr>
          <p:cNvPr id="167" name="PlaceHolder 3"/>
          <p:cNvSpPr>
            <a:spLocks noGrp="1"/>
          </p:cNvSpPr>
          <p:nvPr>
            <p:ph type="sldNum" idx="29"/>
          </p:nvPr>
        </p:nvSpPr>
        <p:spPr>
          <a:xfrm>
            <a:off x="7829640" y="228600"/>
            <a:ext cx="1085400" cy="426960"/>
          </a:xfrm>
          <a:prstGeom prst="rect">
            <a:avLst/>
          </a:prstGeom>
          <a:noFill/>
          <a:ln w="0">
            <a:noFill/>
          </a:ln>
        </p:spPr>
        <p:txBody>
          <a:bodyPr lIns="91440" tIns="91440" rIns="91440" bIns="91440" anchor="t">
            <a:sp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fld id="{12DBDA80-3A2E-47F4-B1A9-96D9523414AC}" type="slidenum">
              <a:rPr lang="en" sz="1600" b="0" u="none" strike="noStrike">
                <a:solidFill>
                  <a:schemeClr val="accent1"/>
                </a:solidFill>
                <a:effectLst/>
                <a:uFillTx/>
                <a:latin typeface="Gloock"/>
                <a:ea typeface="Gloock"/>
              </a:rPr>
              <a:t>8</a:t>
            </a:fld>
            <a:endParaRPr lang="en-US" sz="1600" b="0" u="none" strike="noStrike">
              <a:solidFill>
                <a:srgbClr val="000000"/>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8" name="Google Shape;202;p29"/>
          <p:cNvGrpSpPr/>
          <p:nvPr/>
        </p:nvGrpSpPr>
        <p:grpSpPr>
          <a:xfrm>
            <a:off x="228600" y="228240"/>
            <a:ext cx="8686440" cy="4686480"/>
            <a:chOff x="228600" y="228240"/>
            <a:chExt cx="8686440" cy="4686480"/>
          </a:xfrm>
        </p:grpSpPr>
        <p:cxnSp>
          <p:nvCxnSpPr>
            <p:cNvPr id="169" name="Google Shape;203;p29"/>
            <p:cNvCxnSpPr/>
            <p:nvPr/>
          </p:nvCxnSpPr>
          <p:spPr>
            <a:xfrm>
              <a:off x="7280280" y="3466800"/>
              <a:ext cx="360" cy="1448280"/>
            </a:xfrm>
            <a:prstGeom prst="straightConnector1">
              <a:avLst/>
            </a:prstGeom>
            <a:ln w="9525">
              <a:solidFill>
                <a:srgbClr val="A92422"/>
              </a:solidFill>
              <a:round/>
            </a:ln>
          </p:spPr>
        </p:cxnSp>
        <p:cxnSp>
          <p:nvCxnSpPr>
            <p:cNvPr id="170" name="Google Shape;204;p29"/>
            <p:cNvCxnSpPr/>
            <p:nvPr/>
          </p:nvCxnSpPr>
          <p:spPr>
            <a:xfrm>
              <a:off x="7280280" y="3238200"/>
              <a:ext cx="360" cy="228960"/>
            </a:xfrm>
            <a:prstGeom prst="straightConnector1">
              <a:avLst/>
            </a:prstGeom>
            <a:ln w="9525">
              <a:solidFill>
                <a:srgbClr val="A92422"/>
              </a:solidFill>
              <a:prstDash val="dot"/>
              <a:round/>
            </a:ln>
          </p:spPr>
        </p:cxnSp>
        <p:cxnSp>
          <p:nvCxnSpPr>
            <p:cNvPr id="171" name="Google Shape;205;p29"/>
            <p:cNvCxnSpPr/>
            <p:nvPr/>
          </p:nvCxnSpPr>
          <p:spPr>
            <a:xfrm>
              <a:off x="7176960" y="3352320"/>
              <a:ext cx="228960" cy="360"/>
            </a:xfrm>
            <a:prstGeom prst="straightConnector1">
              <a:avLst/>
            </a:prstGeom>
            <a:ln w="9525">
              <a:solidFill>
                <a:srgbClr val="A92422"/>
              </a:solidFill>
              <a:prstDash val="dot"/>
              <a:round/>
            </a:ln>
          </p:spPr>
        </p:cxnSp>
        <p:cxnSp>
          <p:nvCxnSpPr>
            <p:cNvPr id="172" name="Google Shape;206;p29"/>
            <p:cNvCxnSpPr/>
            <p:nvPr/>
          </p:nvCxnSpPr>
          <p:spPr>
            <a:xfrm>
              <a:off x="7279200" y="228240"/>
              <a:ext cx="1440" cy="3009960"/>
            </a:xfrm>
            <a:prstGeom prst="straightConnector1">
              <a:avLst/>
            </a:prstGeom>
            <a:ln w="9525">
              <a:solidFill>
                <a:srgbClr val="A92422"/>
              </a:solidFill>
              <a:round/>
            </a:ln>
          </p:spPr>
        </p:cxnSp>
        <p:cxnSp>
          <p:nvCxnSpPr>
            <p:cNvPr id="173" name="Google Shape;207;p29"/>
            <p:cNvCxnSpPr/>
            <p:nvPr/>
          </p:nvCxnSpPr>
          <p:spPr>
            <a:xfrm>
              <a:off x="228600" y="3352320"/>
              <a:ext cx="6948720" cy="360"/>
            </a:xfrm>
            <a:prstGeom prst="straightConnector1">
              <a:avLst/>
            </a:prstGeom>
            <a:ln w="9525">
              <a:solidFill>
                <a:srgbClr val="A92422"/>
              </a:solidFill>
              <a:round/>
            </a:ln>
          </p:spPr>
        </p:cxnSp>
        <p:cxnSp>
          <p:nvCxnSpPr>
            <p:cNvPr id="174" name="Google Shape;208;p29"/>
            <p:cNvCxnSpPr/>
            <p:nvPr/>
          </p:nvCxnSpPr>
          <p:spPr>
            <a:xfrm>
              <a:off x="7405560" y="3352320"/>
              <a:ext cx="1509840" cy="360"/>
            </a:xfrm>
            <a:prstGeom prst="straightConnector1">
              <a:avLst/>
            </a:prstGeom>
            <a:ln w="9525">
              <a:solidFill>
                <a:srgbClr val="A92422"/>
              </a:solidFill>
              <a:round/>
            </a:ln>
          </p:spPr>
        </p:cxnSp>
      </p:grpSp>
      <p:sp>
        <p:nvSpPr>
          <p:cNvPr id="175" name="PlaceHolder 1"/>
          <p:cNvSpPr>
            <a:spLocks noGrp="1"/>
          </p:cNvSpPr>
          <p:nvPr>
            <p:ph type="title"/>
          </p:nvPr>
        </p:nvSpPr>
        <p:spPr>
          <a:xfrm>
            <a:off x="3343320" y="3076560"/>
            <a:ext cx="3400200" cy="185688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2000" b="0" u="none" strike="noStrike">
                <a:solidFill>
                  <a:schemeClr val="dk1"/>
                </a:solidFill>
                <a:effectLst/>
                <a:uFillTx/>
                <a:latin typeface="Spline Sans"/>
                <a:ea typeface="Spline Sans"/>
              </a:rPr>
              <a:t>Challenges and Learning Outcomes</a:t>
            </a:r>
            <a:endParaRPr lang="fr-FR" sz="2000" b="0" u="none" strike="noStrike">
              <a:solidFill>
                <a:schemeClr val="dk1"/>
              </a:solidFill>
              <a:effectLst/>
              <a:uFillTx/>
              <a:latin typeface="Arial"/>
            </a:endParaRPr>
          </a:p>
        </p:txBody>
      </p:sp>
      <p:sp>
        <p:nvSpPr>
          <p:cNvPr id="176" name="PlaceHolder 2"/>
          <p:cNvSpPr>
            <a:spLocks noGrp="1"/>
          </p:cNvSpPr>
          <p:nvPr>
            <p:ph type="subTitle"/>
          </p:nvPr>
        </p:nvSpPr>
        <p:spPr>
          <a:xfrm>
            <a:off x="228600" y="209520"/>
            <a:ext cx="5428800" cy="2580840"/>
          </a:xfrm>
          <a:prstGeom prst="rect">
            <a:avLst/>
          </a:prstGeom>
          <a:noFill/>
          <a:ln w="0">
            <a:noFill/>
          </a:ln>
        </p:spPr>
        <p:txBody>
          <a:bodyPr lIns="91440" tIns="91440" rIns="91440" bIns="91440" anchor="t">
            <a:normAutofit/>
          </a:bodyPr>
          <a:lstStyle/>
          <a:p>
            <a:pPr indent="0" algn="just">
              <a:lnSpc>
                <a:spcPct val="150000"/>
              </a:lnSpc>
              <a:buNone/>
              <a:tabLst>
                <a:tab pos="0" algn="l"/>
              </a:tabLst>
            </a:pPr>
            <a:r>
              <a:rPr lang="en-US" sz="1200" b="0" u="none" strike="noStrike">
                <a:solidFill>
                  <a:schemeClr val="dk1"/>
                </a:solidFill>
                <a:effectLst/>
                <a:uFillTx/>
                <a:latin typeface="Spline Sans"/>
                <a:ea typeface="Spline Sans"/>
              </a:rPr>
              <a:t>Key challenges included integrating secure payment processing and managing asynchronous data flow. Overcoming these improved problem-solving and debugging skills. The project provided valuable hands-on experience with full stack technologies, strengthening understanding of end-to-end application development and deployment.</a:t>
            </a:r>
            <a:endParaRPr lang="en-US" sz="1200" b="0" u="none" strike="noStrike">
              <a:solidFill>
                <a:srgbClr val="000000"/>
              </a:solidFill>
              <a:effectLst/>
              <a:uFillTx/>
              <a:latin typeface="OpenSymbol"/>
            </a:endParaRPr>
          </a:p>
        </p:txBody>
      </p:sp>
      <p:sp>
        <p:nvSpPr>
          <p:cNvPr id="177" name="PlaceHolder 3"/>
          <p:cNvSpPr>
            <a:spLocks noGrp="1"/>
          </p:cNvSpPr>
          <p:nvPr>
            <p:ph type="sldNum" idx="30"/>
          </p:nvPr>
        </p:nvSpPr>
        <p:spPr>
          <a:xfrm>
            <a:off x="7829640" y="228600"/>
            <a:ext cx="1085400" cy="426960"/>
          </a:xfrm>
          <a:prstGeom prst="rect">
            <a:avLst/>
          </a:prstGeom>
          <a:noFill/>
          <a:ln w="0">
            <a:noFill/>
          </a:ln>
        </p:spPr>
        <p:txBody>
          <a:bodyPr lIns="91440" tIns="91440" rIns="91440" bIns="91440" anchor="t">
            <a:sp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fld id="{294241B0-4D2C-43AD-8818-5E5A8C0742C1}" type="slidenum">
              <a:rPr lang="en" sz="1600" b="0" u="none" strike="noStrike">
                <a:solidFill>
                  <a:schemeClr val="accent1"/>
                </a:solidFill>
                <a:effectLst/>
                <a:uFillTx/>
                <a:latin typeface="Gloock"/>
                <a:ea typeface="Gloock"/>
              </a:rPr>
              <a:t>9</a:t>
            </a:fld>
            <a:endParaRPr lang="en-US" sz="1600" b="0" u="none" strike="noStrike">
              <a:solidFill>
                <a:srgbClr val="000000"/>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8" name="Google Shape;202;p29"/>
          <p:cNvGrpSpPr/>
          <p:nvPr/>
        </p:nvGrpSpPr>
        <p:grpSpPr>
          <a:xfrm>
            <a:off x="228600" y="228240"/>
            <a:ext cx="8686440" cy="4686480"/>
            <a:chOff x="228600" y="228240"/>
            <a:chExt cx="8686440" cy="4686480"/>
          </a:xfrm>
        </p:grpSpPr>
        <p:cxnSp>
          <p:nvCxnSpPr>
            <p:cNvPr id="179" name="Google Shape;203;p29"/>
            <p:cNvCxnSpPr/>
            <p:nvPr/>
          </p:nvCxnSpPr>
          <p:spPr>
            <a:xfrm>
              <a:off x="7280280" y="3466800"/>
              <a:ext cx="360" cy="1448280"/>
            </a:xfrm>
            <a:prstGeom prst="straightConnector1">
              <a:avLst/>
            </a:prstGeom>
            <a:ln w="9525">
              <a:solidFill>
                <a:srgbClr val="A92422"/>
              </a:solidFill>
              <a:round/>
            </a:ln>
          </p:spPr>
        </p:cxnSp>
        <p:cxnSp>
          <p:nvCxnSpPr>
            <p:cNvPr id="180" name="Google Shape;204;p29"/>
            <p:cNvCxnSpPr/>
            <p:nvPr/>
          </p:nvCxnSpPr>
          <p:spPr>
            <a:xfrm>
              <a:off x="7280280" y="3238200"/>
              <a:ext cx="360" cy="228960"/>
            </a:xfrm>
            <a:prstGeom prst="straightConnector1">
              <a:avLst/>
            </a:prstGeom>
            <a:ln w="9525">
              <a:solidFill>
                <a:srgbClr val="A92422"/>
              </a:solidFill>
              <a:prstDash val="dot"/>
              <a:round/>
            </a:ln>
          </p:spPr>
        </p:cxnSp>
        <p:cxnSp>
          <p:nvCxnSpPr>
            <p:cNvPr id="181" name="Google Shape;205;p29"/>
            <p:cNvCxnSpPr/>
            <p:nvPr/>
          </p:nvCxnSpPr>
          <p:spPr>
            <a:xfrm>
              <a:off x="7176960" y="3352320"/>
              <a:ext cx="228960" cy="360"/>
            </a:xfrm>
            <a:prstGeom prst="straightConnector1">
              <a:avLst/>
            </a:prstGeom>
            <a:ln w="9525">
              <a:solidFill>
                <a:srgbClr val="A92422"/>
              </a:solidFill>
              <a:prstDash val="dot"/>
              <a:round/>
            </a:ln>
          </p:spPr>
        </p:cxnSp>
        <p:cxnSp>
          <p:nvCxnSpPr>
            <p:cNvPr id="182" name="Google Shape;206;p29"/>
            <p:cNvCxnSpPr/>
            <p:nvPr/>
          </p:nvCxnSpPr>
          <p:spPr>
            <a:xfrm>
              <a:off x="7279200" y="228240"/>
              <a:ext cx="1440" cy="3009960"/>
            </a:xfrm>
            <a:prstGeom prst="straightConnector1">
              <a:avLst/>
            </a:prstGeom>
            <a:ln w="9525">
              <a:solidFill>
                <a:srgbClr val="A92422"/>
              </a:solidFill>
              <a:round/>
            </a:ln>
          </p:spPr>
        </p:cxnSp>
        <p:cxnSp>
          <p:nvCxnSpPr>
            <p:cNvPr id="183" name="Google Shape;207;p29"/>
            <p:cNvCxnSpPr/>
            <p:nvPr/>
          </p:nvCxnSpPr>
          <p:spPr>
            <a:xfrm>
              <a:off x="228600" y="3352320"/>
              <a:ext cx="6948720" cy="360"/>
            </a:xfrm>
            <a:prstGeom prst="straightConnector1">
              <a:avLst/>
            </a:prstGeom>
            <a:ln w="9525">
              <a:solidFill>
                <a:srgbClr val="A92422"/>
              </a:solidFill>
              <a:round/>
            </a:ln>
          </p:spPr>
        </p:cxnSp>
        <p:cxnSp>
          <p:nvCxnSpPr>
            <p:cNvPr id="184" name="Google Shape;208;p29"/>
            <p:cNvCxnSpPr/>
            <p:nvPr/>
          </p:nvCxnSpPr>
          <p:spPr>
            <a:xfrm>
              <a:off x="7405560" y="3352320"/>
              <a:ext cx="1509840" cy="360"/>
            </a:xfrm>
            <a:prstGeom prst="straightConnector1">
              <a:avLst/>
            </a:prstGeom>
            <a:ln w="9525">
              <a:solidFill>
                <a:srgbClr val="A92422"/>
              </a:solidFill>
              <a:round/>
            </a:ln>
          </p:spPr>
        </p:cxnSp>
      </p:grpSp>
      <p:sp>
        <p:nvSpPr>
          <p:cNvPr id="185" name="PlaceHolder 1"/>
          <p:cNvSpPr>
            <a:spLocks noGrp="1"/>
          </p:cNvSpPr>
          <p:nvPr>
            <p:ph type="title"/>
          </p:nvPr>
        </p:nvSpPr>
        <p:spPr>
          <a:xfrm>
            <a:off x="3343320" y="3076560"/>
            <a:ext cx="3400200" cy="185688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2000" b="0" u="none" strike="noStrike">
                <a:solidFill>
                  <a:schemeClr val="dk1"/>
                </a:solidFill>
                <a:effectLst/>
                <a:uFillTx/>
                <a:latin typeface="Spline Sans"/>
                <a:ea typeface="Spline Sans"/>
              </a:rPr>
              <a:t>Conclusions</a:t>
            </a:r>
            <a:endParaRPr lang="fr-FR" sz="2000" b="0" u="none" strike="noStrike">
              <a:solidFill>
                <a:schemeClr val="dk1"/>
              </a:solidFill>
              <a:effectLst/>
              <a:uFillTx/>
              <a:latin typeface="Arial"/>
            </a:endParaRPr>
          </a:p>
        </p:txBody>
      </p:sp>
      <p:sp>
        <p:nvSpPr>
          <p:cNvPr id="186" name="PlaceHolder 2"/>
          <p:cNvSpPr>
            <a:spLocks noGrp="1"/>
          </p:cNvSpPr>
          <p:nvPr>
            <p:ph type="subTitle"/>
          </p:nvPr>
        </p:nvSpPr>
        <p:spPr>
          <a:xfrm>
            <a:off x="228600" y="209520"/>
            <a:ext cx="5428800" cy="2580840"/>
          </a:xfrm>
          <a:prstGeom prst="rect">
            <a:avLst/>
          </a:prstGeom>
          <a:noFill/>
          <a:ln w="0">
            <a:noFill/>
          </a:ln>
        </p:spPr>
        <p:txBody>
          <a:bodyPr lIns="91440" tIns="91440" rIns="91440" bIns="91440" anchor="t">
            <a:normAutofit/>
          </a:bodyPr>
          <a:lstStyle/>
          <a:p>
            <a:pPr indent="0" algn="just">
              <a:lnSpc>
                <a:spcPct val="150000"/>
              </a:lnSpc>
              <a:buNone/>
              <a:tabLst>
                <a:tab pos="0" algn="l"/>
              </a:tabLst>
            </a:pPr>
            <a:r>
              <a:rPr lang="en-US" sz="1200" b="0" u="none" strike="noStrike">
                <a:solidFill>
                  <a:schemeClr val="dk1"/>
                </a:solidFill>
                <a:effectLst/>
                <a:uFillTx/>
                <a:latin typeface="Spline Sans"/>
                <a:ea typeface="Spline Sans"/>
              </a:rPr>
              <a:t>The Electricity Bill Payment System successfully combines robust technologies to deliver a secure and user-friendly solution. The project enhanced skills in full stack development, system integration, and deployment strategies. Future improvements could include adding mobile support and enhanced analytics to further enrich user engagement and operational efficiency.</a:t>
            </a:r>
            <a:endParaRPr lang="en-US" sz="1200" b="0" u="none" strike="noStrike">
              <a:solidFill>
                <a:srgbClr val="000000"/>
              </a:solidFill>
              <a:effectLst/>
              <a:uFillTx/>
              <a:latin typeface="OpenSymbol"/>
            </a:endParaRPr>
          </a:p>
        </p:txBody>
      </p:sp>
      <p:sp>
        <p:nvSpPr>
          <p:cNvPr id="187" name="PlaceHolder 3"/>
          <p:cNvSpPr>
            <a:spLocks noGrp="1"/>
          </p:cNvSpPr>
          <p:nvPr>
            <p:ph type="sldNum" idx="31"/>
          </p:nvPr>
        </p:nvSpPr>
        <p:spPr>
          <a:xfrm>
            <a:off x="7829640" y="228600"/>
            <a:ext cx="1085400" cy="426960"/>
          </a:xfrm>
          <a:prstGeom prst="rect">
            <a:avLst/>
          </a:prstGeom>
          <a:noFill/>
          <a:ln w="0">
            <a:noFill/>
          </a:ln>
        </p:spPr>
        <p:txBody>
          <a:bodyPr lIns="91440" tIns="91440" rIns="91440" bIns="91440" anchor="t">
            <a:sp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fld id="{0A19B384-DCF4-43BD-963C-BCD374D9BF7F}" type="slidenum">
              <a:rPr lang="en" sz="1600" b="0" u="none" strike="noStrike">
                <a:solidFill>
                  <a:schemeClr val="accent1"/>
                </a:solidFill>
                <a:effectLst/>
                <a:uFillTx/>
                <a:latin typeface="Gloock"/>
                <a:ea typeface="Gloock"/>
              </a:rPr>
              <a:t>10</a:t>
            </a:fld>
            <a:endParaRPr lang="en-US" sz="1600" b="0" u="none" strike="noStrike">
              <a:solidFill>
                <a:srgbClr val="000000"/>
              </a:solidFill>
              <a:effectLst/>
              <a:uFillTx/>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PlaceHolder 1"/>
          <p:cNvSpPr>
            <a:spLocks noGrp="1"/>
          </p:cNvSpPr>
          <p:nvPr>
            <p:ph type="title"/>
          </p:nvPr>
        </p:nvSpPr>
        <p:spPr>
          <a:xfrm>
            <a:off x="228600" y="228600"/>
            <a:ext cx="3800160" cy="1057320"/>
          </a:xfrm>
          <a:prstGeom prst="rect">
            <a:avLst/>
          </a:prstGeom>
          <a:noFill/>
          <a:ln w="0">
            <a:noFill/>
          </a:ln>
        </p:spPr>
        <p:txBody>
          <a:bodyPr lIns="91440" tIns="91440" rIns="91440" bIns="91440" anchor="t">
            <a:spAutoFit/>
          </a:bodyPr>
          <a:lstStyle/>
          <a:p>
            <a:pPr indent="0">
              <a:lnSpc>
                <a:spcPct val="100000"/>
              </a:lnSpc>
              <a:buNone/>
              <a:tabLst>
                <a:tab pos="0" algn="l"/>
              </a:tabLst>
            </a:pPr>
            <a:r>
              <a:rPr lang="en" sz="3000" b="0" u="none" strike="noStrike">
                <a:solidFill>
                  <a:schemeClr val="dk1"/>
                </a:solidFill>
                <a:effectLst/>
                <a:uFillTx/>
                <a:latin typeface="Spline Sans"/>
                <a:ea typeface="Spline Sans"/>
              </a:rPr>
              <a:t>THANK</a:t>
            </a:r>
            <a:endParaRPr lang="fr-FR" sz="3000" b="0" u="none" strike="noStrike">
              <a:solidFill>
                <a:schemeClr val="dk1"/>
              </a:solidFill>
              <a:effectLst/>
              <a:uFillTx/>
              <a:latin typeface="Arial"/>
            </a:endParaRPr>
          </a:p>
          <a:p>
            <a:pPr indent="0">
              <a:lnSpc>
                <a:spcPct val="100000"/>
              </a:lnSpc>
              <a:buNone/>
              <a:tabLst>
                <a:tab pos="0" algn="l"/>
              </a:tabLst>
            </a:pPr>
            <a:r>
              <a:rPr lang="en" sz="3000" b="0" u="none" strike="noStrike">
                <a:solidFill>
                  <a:schemeClr val="dk1"/>
                </a:solidFill>
                <a:effectLst/>
                <a:uFillTx/>
                <a:latin typeface="Spline Sans"/>
                <a:ea typeface="Spline Sans"/>
              </a:rPr>
              <a:t>YOU.</a:t>
            </a:r>
            <a:endParaRPr lang="fr-FR" sz="3000" b="0" u="none" strike="noStrike">
              <a:solidFill>
                <a:schemeClr val="dk1"/>
              </a:solidFill>
              <a:effectLst/>
              <a:uFillTx/>
              <a:latin typeface="Arial"/>
            </a:endParaRPr>
          </a:p>
        </p:txBody>
      </p:sp>
      <p:sp>
        <p:nvSpPr>
          <p:cNvPr id="199" name="PlaceHolder 2"/>
          <p:cNvSpPr>
            <a:spLocks noGrp="1"/>
          </p:cNvSpPr>
          <p:nvPr>
            <p:ph type="subTitle"/>
          </p:nvPr>
        </p:nvSpPr>
        <p:spPr>
          <a:xfrm>
            <a:off x="228600" y="3847680"/>
            <a:ext cx="3800160" cy="1057320"/>
          </a:xfrm>
          <a:prstGeom prst="rect">
            <a:avLst/>
          </a:prstGeom>
          <a:noFill/>
          <a:ln w="0">
            <a:noFill/>
          </a:ln>
        </p:spPr>
        <p:txBody>
          <a:bodyPr lIns="91440" tIns="91440" rIns="91440" bIns="91440" anchor="b">
            <a:spAutoFit/>
          </a:bodyPr>
          <a:lstStyle/>
          <a:p>
            <a:pPr indent="0">
              <a:lnSpc>
                <a:spcPct val="100000"/>
              </a:lnSpc>
              <a:buNone/>
              <a:tabLst>
                <a:tab pos="0" algn="l"/>
              </a:tabLst>
            </a:pPr>
            <a:r>
              <a:rPr lang="en" sz="1400" b="1" u="none" strike="noStrike">
                <a:solidFill>
                  <a:schemeClr val="dk1"/>
                </a:solidFill>
                <a:effectLst/>
                <a:uFillTx/>
                <a:latin typeface="Spline Sans"/>
                <a:ea typeface="Spline Sans"/>
              </a:rPr>
              <a:t>Do you have any questions?</a:t>
            </a:r>
            <a:endParaRPr lang="en-US" sz="1400" b="0" u="none" strike="noStrike">
              <a:solidFill>
                <a:srgbClr val="000000"/>
              </a:solidFill>
              <a:effectLst/>
              <a:uFillTx/>
              <a:latin typeface="OpenSymbol"/>
            </a:endParaRPr>
          </a:p>
          <a:p>
            <a:pPr indent="0">
              <a:lnSpc>
                <a:spcPct val="100000"/>
              </a:lnSpc>
              <a:buNone/>
              <a:tabLst>
                <a:tab pos="0" algn="l"/>
              </a:tabLst>
            </a:pPr>
            <a:r>
              <a:rPr lang="en" sz="1400" b="0" u="none" strike="noStrike">
                <a:solidFill>
                  <a:schemeClr val="dk1"/>
                </a:solidFill>
                <a:effectLst/>
                <a:uFillTx/>
                <a:latin typeface="Spline Sans"/>
                <a:ea typeface="Spline Sans"/>
              </a:rPr>
              <a:t>youremail@freepik.com</a:t>
            </a:r>
            <a:endParaRPr lang="en-US" sz="1400" b="0" u="none" strike="noStrike">
              <a:solidFill>
                <a:srgbClr val="000000"/>
              </a:solidFill>
              <a:effectLst/>
              <a:uFillTx/>
              <a:latin typeface="OpenSymbol"/>
            </a:endParaRPr>
          </a:p>
          <a:p>
            <a:pPr indent="0">
              <a:lnSpc>
                <a:spcPct val="100000"/>
              </a:lnSpc>
              <a:buNone/>
              <a:tabLst>
                <a:tab pos="0" algn="l"/>
              </a:tabLst>
            </a:pPr>
            <a:r>
              <a:rPr lang="en" sz="1400" b="0" u="none" strike="noStrike">
                <a:solidFill>
                  <a:schemeClr val="dk1"/>
                </a:solidFill>
                <a:effectLst/>
                <a:uFillTx/>
                <a:latin typeface="Spline Sans"/>
                <a:ea typeface="Spline Sans"/>
              </a:rPr>
              <a:t>+00 000 000 000</a:t>
            </a:r>
            <a:endParaRPr lang="en-US" sz="1400" b="0" u="none" strike="noStrike">
              <a:solidFill>
                <a:srgbClr val="000000"/>
              </a:solidFill>
              <a:effectLst/>
              <a:uFillTx/>
              <a:latin typeface="OpenSymbol"/>
            </a:endParaRPr>
          </a:p>
          <a:p>
            <a:pPr indent="0">
              <a:lnSpc>
                <a:spcPct val="100000"/>
              </a:lnSpc>
              <a:buNone/>
              <a:tabLst>
                <a:tab pos="0" algn="l"/>
              </a:tabLst>
            </a:pPr>
            <a:r>
              <a:rPr lang="en" sz="1400" b="0" u="none" strike="noStrike">
                <a:solidFill>
                  <a:schemeClr val="dk1"/>
                </a:solidFill>
                <a:effectLst/>
                <a:uFillTx/>
                <a:latin typeface="Spline Sans"/>
                <a:ea typeface="Spline Sans"/>
              </a:rPr>
              <a:t>yourwebsite.com</a:t>
            </a:r>
            <a:endParaRPr lang="en-US" sz="1400" b="0" u="none" strike="noStrike">
              <a:solidFill>
                <a:srgbClr val="000000"/>
              </a:solidFill>
              <a:effectLst/>
              <a:uFillTx/>
              <a:latin typeface="OpenSymbol"/>
            </a:endParaRPr>
          </a:p>
        </p:txBody>
      </p:sp>
      <p:sp>
        <p:nvSpPr>
          <p:cNvPr id="200" name="Google Shape;411;p40"/>
          <p:cNvSpPr/>
          <p:nvPr/>
        </p:nvSpPr>
        <p:spPr>
          <a:xfrm>
            <a:off x="5762520" y="4676760"/>
            <a:ext cx="3142800" cy="2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pPr>
            <a:r>
              <a:rPr lang="en" sz="1000" b="0" u="none" strike="noStrike">
                <a:solidFill>
                  <a:schemeClr val="accent1"/>
                </a:solidFill>
                <a:effectLst/>
                <a:uFillTx/>
                <a:latin typeface="Arial"/>
              </a:rPr>
              <a:t>please keep this slide for attribution</a:t>
            </a:r>
            <a:endParaRPr lang="en-US" sz="1000" b="0" u="none" strike="noStrike">
              <a:solidFill>
                <a:srgbClr val="000000"/>
              </a:solidFill>
              <a:effectLst/>
              <a:uFillTx/>
              <a:latin typeface="OpenSymbol"/>
            </a:endParaRPr>
          </a:p>
        </p:txBody>
      </p:sp>
      <p:sp>
        <p:nvSpPr>
          <p:cNvPr id="201" name="PlaceHolder 3"/>
          <p:cNvSpPr>
            <a:spLocks noGrp="1"/>
          </p:cNvSpPr>
          <p:nvPr>
            <p:ph type="sldNum" idx="33"/>
          </p:nvPr>
        </p:nvSpPr>
        <p:spPr>
          <a:xfrm>
            <a:off x="7829640" y="228600"/>
            <a:ext cx="1085400" cy="426960"/>
          </a:xfrm>
          <a:prstGeom prst="rect">
            <a:avLst/>
          </a:prstGeom>
          <a:noFill/>
          <a:ln w="0">
            <a:noFill/>
          </a:ln>
        </p:spPr>
        <p:txBody>
          <a:bodyPr lIns="91440" tIns="91440" rIns="91440" bIns="91440" anchor="t">
            <a:sp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fld id="{75AC0604-6934-4535-8F77-2987C1BD7D8A}" type="slidenum">
              <a:rPr lang="en" sz="1600" b="0" u="none" strike="noStrike">
                <a:solidFill>
                  <a:schemeClr val="accent1"/>
                </a:solidFill>
                <a:effectLst/>
                <a:uFillTx/>
                <a:latin typeface="Gloock"/>
                <a:ea typeface="Gloock"/>
              </a:rPr>
              <a:t>11</a:t>
            </a:fld>
            <a:endParaRPr lang="en-US" sz="1600" b="0" u="none" strike="noStrike">
              <a:solidFill>
                <a:srgbClr val="000000"/>
              </a:solidFill>
              <a:effectLst/>
              <a:uFillTx/>
              <a:latin typeface="OpenSymbol"/>
            </a:endParaRPr>
          </a:p>
        </p:txBody>
      </p:sp>
      <p:grpSp>
        <p:nvGrpSpPr>
          <p:cNvPr id="202" name="Google Shape;413;p40"/>
          <p:cNvGrpSpPr/>
          <p:nvPr/>
        </p:nvGrpSpPr>
        <p:grpSpPr>
          <a:xfrm>
            <a:off x="212760" y="236520"/>
            <a:ext cx="8692920" cy="4674600"/>
            <a:chOff x="212760" y="236520"/>
            <a:chExt cx="8692920" cy="4674600"/>
          </a:xfrm>
        </p:grpSpPr>
        <p:cxnSp>
          <p:nvCxnSpPr>
            <p:cNvPr id="203" name="Google Shape;414;p40"/>
            <p:cNvCxnSpPr/>
            <p:nvPr/>
          </p:nvCxnSpPr>
          <p:spPr>
            <a:xfrm>
              <a:off x="4568040" y="2685960"/>
              <a:ext cx="360" cy="2225520"/>
            </a:xfrm>
            <a:prstGeom prst="straightConnector1">
              <a:avLst/>
            </a:prstGeom>
            <a:ln w="9525">
              <a:solidFill>
                <a:srgbClr val="A92422"/>
              </a:solidFill>
              <a:round/>
            </a:ln>
          </p:spPr>
        </p:cxnSp>
        <p:cxnSp>
          <p:nvCxnSpPr>
            <p:cNvPr id="204" name="Google Shape;415;p40"/>
            <p:cNvCxnSpPr/>
            <p:nvPr/>
          </p:nvCxnSpPr>
          <p:spPr>
            <a:xfrm>
              <a:off x="4568040" y="2457360"/>
              <a:ext cx="360" cy="228960"/>
            </a:xfrm>
            <a:prstGeom prst="straightConnector1">
              <a:avLst/>
            </a:prstGeom>
            <a:ln w="9525">
              <a:solidFill>
                <a:srgbClr val="A92422"/>
              </a:solidFill>
              <a:prstDash val="dot"/>
              <a:round/>
            </a:ln>
          </p:spPr>
        </p:cxnSp>
        <p:cxnSp>
          <p:nvCxnSpPr>
            <p:cNvPr id="205" name="Google Shape;416;p40"/>
            <p:cNvCxnSpPr/>
            <p:nvPr/>
          </p:nvCxnSpPr>
          <p:spPr>
            <a:xfrm>
              <a:off x="4464720" y="2571480"/>
              <a:ext cx="228960" cy="360"/>
            </a:xfrm>
            <a:prstGeom prst="straightConnector1">
              <a:avLst/>
            </a:prstGeom>
            <a:ln w="9525">
              <a:solidFill>
                <a:srgbClr val="A92422"/>
              </a:solidFill>
              <a:prstDash val="dot"/>
              <a:round/>
            </a:ln>
          </p:spPr>
        </p:cxnSp>
        <p:cxnSp>
          <p:nvCxnSpPr>
            <p:cNvPr id="206" name="Google Shape;417;p40"/>
            <p:cNvCxnSpPr/>
            <p:nvPr/>
          </p:nvCxnSpPr>
          <p:spPr>
            <a:xfrm>
              <a:off x="4568040" y="236520"/>
              <a:ext cx="360" cy="2221200"/>
            </a:xfrm>
            <a:prstGeom prst="straightConnector1">
              <a:avLst/>
            </a:prstGeom>
            <a:ln w="9525">
              <a:solidFill>
                <a:srgbClr val="A92422"/>
              </a:solidFill>
              <a:round/>
            </a:ln>
          </p:spPr>
        </p:cxnSp>
        <p:cxnSp>
          <p:nvCxnSpPr>
            <p:cNvPr id="207" name="Google Shape;418;p40"/>
            <p:cNvCxnSpPr/>
            <p:nvPr/>
          </p:nvCxnSpPr>
          <p:spPr>
            <a:xfrm>
              <a:off x="212760" y="2571480"/>
              <a:ext cx="4252320" cy="360"/>
            </a:xfrm>
            <a:prstGeom prst="straightConnector1">
              <a:avLst/>
            </a:prstGeom>
            <a:ln w="9525">
              <a:solidFill>
                <a:srgbClr val="A92422"/>
              </a:solidFill>
              <a:round/>
            </a:ln>
          </p:spPr>
        </p:cxnSp>
        <p:cxnSp>
          <p:nvCxnSpPr>
            <p:cNvPr id="208" name="Google Shape;419;p40"/>
            <p:cNvCxnSpPr/>
            <p:nvPr/>
          </p:nvCxnSpPr>
          <p:spPr>
            <a:xfrm>
              <a:off x="4693320" y="2571480"/>
              <a:ext cx="4212720" cy="360"/>
            </a:xfrm>
            <a:prstGeom prst="straightConnector1">
              <a:avLst/>
            </a:prstGeom>
            <a:ln w="9525">
              <a:solidFill>
                <a:srgbClr val="A92422"/>
              </a:solidFill>
              <a:round/>
            </a:ln>
          </p:spPr>
        </p:cxnSp>
      </p:grpSp>
      <p:grpSp>
        <p:nvGrpSpPr>
          <p:cNvPr id="209" name="Google Shape;420;p40"/>
          <p:cNvGrpSpPr/>
          <p:nvPr/>
        </p:nvGrpSpPr>
        <p:grpSpPr>
          <a:xfrm>
            <a:off x="5764320" y="1151280"/>
            <a:ext cx="266400" cy="266400"/>
            <a:chOff x="5764320" y="1151280"/>
            <a:chExt cx="266400" cy="266400"/>
          </a:xfrm>
        </p:grpSpPr>
        <p:sp>
          <p:nvSpPr>
            <p:cNvPr id="210" name="Google Shape;421;p40"/>
            <p:cNvSpPr/>
            <p:nvPr/>
          </p:nvSpPr>
          <p:spPr>
            <a:xfrm>
              <a:off x="5842800" y="1230120"/>
              <a:ext cx="109080" cy="109080"/>
            </a:xfrm>
            <a:custGeom>
              <a:avLst/>
              <a:gdLst>
                <a:gd name="textAreaLeft" fmla="*/ 0 w 109080"/>
                <a:gd name="textAreaRight" fmla="*/ 109440 w 109080"/>
                <a:gd name="textAreaTop" fmla="*/ 0 h 109080"/>
                <a:gd name="textAreaBottom" fmla="*/ 109440 h 109080"/>
              </a:gdLst>
              <a:ahLst/>
              <a:cxnLst/>
              <a:rect l="textAreaLeft" t="textAreaTop" r="textAreaRight" b="textAreaBottom"/>
              <a:pathLst>
                <a:path w="8197" h="8197">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54720" bIns="54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 name="Google Shape;422;p40"/>
            <p:cNvSpPr/>
            <p:nvPr/>
          </p:nvSpPr>
          <p:spPr>
            <a:xfrm>
              <a:off x="5795640" y="1182600"/>
              <a:ext cx="203760" cy="203760"/>
            </a:xfrm>
            <a:custGeom>
              <a:avLst/>
              <a:gdLst>
                <a:gd name="textAreaLeft" fmla="*/ 0 w 203760"/>
                <a:gd name="textAreaRight" fmla="*/ 204120 w 203760"/>
                <a:gd name="textAreaTop" fmla="*/ 0 h 203760"/>
                <a:gd name="textAreaBottom" fmla="*/ 204120 h 203760"/>
              </a:gdLst>
              <a:ahLst/>
              <a:cxnLst/>
              <a:rect l="textAreaLeft" t="textAreaTop" r="textAreaRight" b="textAreaBottom"/>
              <a:pathLst>
                <a:path w="15300" h="15299">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 name="Google Shape;423;p40"/>
            <p:cNvSpPr/>
            <p:nvPr/>
          </p:nvSpPr>
          <p:spPr>
            <a:xfrm>
              <a:off x="5764320" y="1151280"/>
              <a:ext cx="266400" cy="266400"/>
            </a:xfrm>
            <a:custGeom>
              <a:avLst/>
              <a:gdLst>
                <a:gd name="textAreaLeft" fmla="*/ 0 w 266400"/>
                <a:gd name="textAreaRight" fmla="*/ 266760 w 266400"/>
                <a:gd name="textAreaTop" fmla="*/ 0 h 266400"/>
                <a:gd name="textAreaBottom" fmla="*/ 266760 h 266400"/>
              </a:gdLst>
              <a:ahLst/>
              <a:cxnLst/>
              <a:rect l="textAreaLeft" t="textAreaTop" r="textAreaRight" b="textAreaBottom"/>
              <a:pathLst>
                <a:path w="19984" h="19982">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3" name="Google Shape;424;p40"/>
            <p:cNvSpPr/>
            <p:nvPr/>
          </p:nvSpPr>
          <p:spPr>
            <a:xfrm>
              <a:off x="5936760" y="1214280"/>
              <a:ext cx="30960" cy="30960"/>
            </a:xfrm>
            <a:custGeom>
              <a:avLst/>
              <a:gdLst>
                <a:gd name="textAreaLeft" fmla="*/ 0 w 30960"/>
                <a:gd name="textAreaRight" fmla="*/ 31320 w 30960"/>
                <a:gd name="textAreaTop" fmla="*/ 0 h 30960"/>
                <a:gd name="textAreaBottom" fmla="*/ 31320 h 30960"/>
              </a:gdLst>
              <a:ahLst/>
              <a:cxnLst/>
              <a:rect l="textAreaLeft" t="textAreaTop" r="textAreaRight" b="textAreaBottom"/>
              <a:pathLst>
                <a:path w="2342" h="2343">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14" name="Google Shape;425;p40"/>
          <p:cNvGrpSpPr/>
          <p:nvPr/>
        </p:nvGrpSpPr>
        <p:grpSpPr>
          <a:xfrm>
            <a:off x="5764320" y="342720"/>
            <a:ext cx="266400" cy="266400"/>
            <a:chOff x="5764320" y="342720"/>
            <a:chExt cx="266400" cy="266400"/>
          </a:xfrm>
        </p:grpSpPr>
        <p:sp>
          <p:nvSpPr>
            <p:cNvPr id="215" name="Google Shape;426;p40"/>
            <p:cNvSpPr/>
            <p:nvPr/>
          </p:nvSpPr>
          <p:spPr>
            <a:xfrm>
              <a:off x="5803920" y="437040"/>
              <a:ext cx="46440" cy="140400"/>
            </a:xfrm>
            <a:custGeom>
              <a:avLst/>
              <a:gdLst>
                <a:gd name="textAreaLeft" fmla="*/ 0 w 46440"/>
                <a:gd name="textAreaRight" fmla="*/ 46800 w 46440"/>
                <a:gd name="textAreaTop" fmla="*/ 0 h 140400"/>
                <a:gd name="textAreaBottom" fmla="*/ 140760 h 140400"/>
              </a:gdLst>
              <a:ahLst/>
              <a:cxnLst/>
              <a:rect l="textAreaLeft" t="textAreaTop" r="textAreaRight" b="textAreaBottom"/>
              <a:pathLst>
                <a:path w="3514" h="10537">
                  <a:moveTo>
                    <a:pt x="2342" y="1171"/>
                  </a:moveTo>
                  <a:lnTo>
                    <a:pt x="2342" y="9367"/>
                  </a:lnTo>
                  <a:lnTo>
                    <a:pt x="1171" y="9367"/>
                  </a:lnTo>
                  <a:lnTo>
                    <a:pt x="1171" y="1171"/>
                  </a:lnTo>
                  <a:close/>
                  <a:moveTo>
                    <a:pt x="586" y="0"/>
                  </a:moveTo>
                  <a:cubicBezTo>
                    <a:pt x="264" y="0"/>
                    <a:pt x="0" y="262"/>
                    <a:pt x="0" y="586"/>
                  </a:cubicBezTo>
                  <a:lnTo>
                    <a:pt x="0" y="9951"/>
                  </a:lnTo>
                  <a:cubicBezTo>
                    <a:pt x="0" y="10275"/>
                    <a:pt x="264" y="10537"/>
                    <a:pt x="586" y="10537"/>
                  </a:cubicBezTo>
                  <a:lnTo>
                    <a:pt x="2928" y="10537"/>
                  </a:lnTo>
                  <a:cubicBezTo>
                    <a:pt x="3252" y="10537"/>
                    <a:pt x="3514" y="10275"/>
                    <a:pt x="3514" y="9951"/>
                  </a:cubicBezTo>
                  <a:lnTo>
                    <a:pt x="3514" y="586"/>
                  </a:lnTo>
                  <a:cubicBezTo>
                    <a:pt x="3514" y="262"/>
                    <a:pt x="3252" y="0"/>
                    <a:pt x="2928"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6" name="Google Shape;427;p40"/>
            <p:cNvSpPr/>
            <p:nvPr/>
          </p:nvSpPr>
          <p:spPr>
            <a:xfrm>
              <a:off x="5803920" y="374760"/>
              <a:ext cx="46440" cy="46440"/>
            </a:xfrm>
            <a:custGeom>
              <a:avLst/>
              <a:gdLst>
                <a:gd name="textAreaLeft" fmla="*/ 0 w 46440"/>
                <a:gd name="textAreaRight" fmla="*/ 46800 w 46440"/>
                <a:gd name="textAreaTop" fmla="*/ 0 h 46440"/>
                <a:gd name="textAreaBottom" fmla="*/ 46800 h 46440"/>
              </a:gdLst>
              <a:ahLst/>
              <a:cxnLst/>
              <a:rect l="textAreaLeft" t="textAreaTop" r="textAreaRight" b="textAreaBottom"/>
              <a:pathLst>
                <a:path w="3514" h="3514">
                  <a:moveTo>
                    <a:pt x="1757" y="1171"/>
                  </a:moveTo>
                  <a:cubicBezTo>
                    <a:pt x="2081" y="1171"/>
                    <a:pt x="2342" y="1435"/>
                    <a:pt x="2342" y="1757"/>
                  </a:cubicBezTo>
                  <a:cubicBezTo>
                    <a:pt x="2342" y="2080"/>
                    <a:pt x="2081" y="2342"/>
                    <a:pt x="1757" y="2342"/>
                  </a:cubicBezTo>
                  <a:cubicBezTo>
                    <a:pt x="1435" y="2342"/>
                    <a:pt x="1171" y="2080"/>
                    <a:pt x="1171" y="1757"/>
                  </a:cubicBezTo>
                  <a:cubicBezTo>
                    <a:pt x="1171" y="1435"/>
                    <a:pt x="1435" y="1171"/>
                    <a:pt x="1757" y="1171"/>
                  </a:cubicBezTo>
                  <a:close/>
                  <a:moveTo>
                    <a:pt x="1757" y="0"/>
                  </a:moveTo>
                  <a:cubicBezTo>
                    <a:pt x="789" y="0"/>
                    <a:pt x="0" y="789"/>
                    <a:pt x="0" y="1757"/>
                  </a:cubicBezTo>
                  <a:cubicBezTo>
                    <a:pt x="0" y="2726"/>
                    <a:pt x="789" y="3513"/>
                    <a:pt x="1757" y="3513"/>
                  </a:cubicBezTo>
                  <a:cubicBezTo>
                    <a:pt x="2726" y="3513"/>
                    <a:pt x="3514" y="2726"/>
                    <a:pt x="3514" y="1757"/>
                  </a:cubicBezTo>
                  <a:cubicBezTo>
                    <a:pt x="3514" y="789"/>
                    <a:pt x="2726" y="0"/>
                    <a:pt x="17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3400" bIns="23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 name="Google Shape;428;p40"/>
            <p:cNvSpPr/>
            <p:nvPr/>
          </p:nvSpPr>
          <p:spPr>
            <a:xfrm>
              <a:off x="5866200" y="437040"/>
              <a:ext cx="124560" cy="140400"/>
            </a:xfrm>
            <a:custGeom>
              <a:avLst/>
              <a:gdLst>
                <a:gd name="textAreaLeft" fmla="*/ 0 w 124560"/>
                <a:gd name="textAreaRight" fmla="*/ 124920 w 124560"/>
                <a:gd name="textAreaTop" fmla="*/ 0 h 140400"/>
                <a:gd name="textAreaBottom" fmla="*/ 140760 h 140400"/>
              </a:gdLst>
              <a:ahLst/>
              <a:cxnLst/>
              <a:rect l="textAreaLeft" t="textAreaTop" r="textAreaRight" b="textAreaBottom"/>
              <a:pathLst>
                <a:path w="9368" h="10556">
                  <a:moveTo>
                    <a:pt x="5559" y="1173"/>
                  </a:moveTo>
                  <a:cubicBezTo>
                    <a:pt x="5720" y="1173"/>
                    <a:pt x="5883" y="1186"/>
                    <a:pt x="6044" y="1212"/>
                  </a:cubicBezTo>
                  <a:cubicBezTo>
                    <a:pt x="7422" y="1435"/>
                    <a:pt x="8196" y="2535"/>
                    <a:pt x="8196" y="3669"/>
                  </a:cubicBezTo>
                  <a:lnTo>
                    <a:pt x="8196" y="9386"/>
                  </a:lnTo>
                  <a:lnTo>
                    <a:pt x="7025" y="9386"/>
                  </a:lnTo>
                  <a:lnTo>
                    <a:pt x="7025" y="4702"/>
                  </a:lnTo>
                  <a:cubicBezTo>
                    <a:pt x="7025" y="3411"/>
                    <a:pt x="5975" y="2360"/>
                    <a:pt x="4683" y="2360"/>
                  </a:cubicBezTo>
                  <a:cubicBezTo>
                    <a:pt x="3392" y="2360"/>
                    <a:pt x="2341" y="3411"/>
                    <a:pt x="2341" y="4702"/>
                  </a:cubicBezTo>
                  <a:lnTo>
                    <a:pt x="2341" y="9386"/>
                  </a:lnTo>
                  <a:lnTo>
                    <a:pt x="1170" y="9386"/>
                  </a:lnTo>
                  <a:lnTo>
                    <a:pt x="1170" y="1190"/>
                  </a:lnTo>
                  <a:lnTo>
                    <a:pt x="2341" y="1190"/>
                  </a:lnTo>
                  <a:lnTo>
                    <a:pt x="2341" y="1776"/>
                  </a:lnTo>
                  <a:cubicBezTo>
                    <a:pt x="2341" y="2011"/>
                    <a:pt x="2484" y="2225"/>
                    <a:pt x="2704" y="2316"/>
                  </a:cubicBezTo>
                  <a:cubicBezTo>
                    <a:pt x="2776" y="2346"/>
                    <a:pt x="2852" y="2361"/>
                    <a:pt x="2928" y="2361"/>
                  </a:cubicBezTo>
                  <a:cubicBezTo>
                    <a:pt x="3080" y="2361"/>
                    <a:pt x="3229" y="2301"/>
                    <a:pt x="3341" y="2190"/>
                  </a:cubicBezTo>
                  <a:lnTo>
                    <a:pt x="3615" y="1916"/>
                  </a:lnTo>
                  <a:cubicBezTo>
                    <a:pt x="4086" y="1443"/>
                    <a:pt x="4813" y="1173"/>
                    <a:pt x="5559" y="1173"/>
                  </a:cubicBezTo>
                  <a:close/>
                  <a:moveTo>
                    <a:pt x="5553" y="0"/>
                  </a:moveTo>
                  <a:cubicBezTo>
                    <a:pt x="4823" y="0"/>
                    <a:pt x="4110" y="189"/>
                    <a:pt x="3509" y="536"/>
                  </a:cubicBezTo>
                  <a:cubicBezTo>
                    <a:pt x="3475" y="246"/>
                    <a:pt x="3227" y="19"/>
                    <a:pt x="2927" y="19"/>
                  </a:cubicBezTo>
                  <a:lnTo>
                    <a:pt x="586" y="19"/>
                  </a:lnTo>
                  <a:cubicBezTo>
                    <a:pt x="262" y="19"/>
                    <a:pt x="1" y="281"/>
                    <a:pt x="1" y="605"/>
                  </a:cubicBezTo>
                  <a:lnTo>
                    <a:pt x="1" y="9970"/>
                  </a:lnTo>
                  <a:cubicBezTo>
                    <a:pt x="1" y="10294"/>
                    <a:pt x="262" y="10556"/>
                    <a:pt x="586" y="10556"/>
                  </a:cubicBezTo>
                  <a:lnTo>
                    <a:pt x="2927" y="10556"/>
                  </a:lnTo>
                  <a:cubicBezTo>
                    <a:pt x="3250" y="10556"/>
                    <a:pt x="3512" y="10294"/>
                    <a:pt x="3512" y="9970"/>
                  </a:cubicBezTo>
                  <a:lnTo>
                    <a:pt x="3512" y="4702"/>
                  </a:lnTo>
                  <a:cubicBezTo>
                    <a:pt x="3512" y="4056"/>
                    <a:pt x="4038" y="3531"/>
                    <a:pt x="4683" y="3531"/>
                  </a:cubicBezTo>
                  <a:cubicBezTo>
                    <a:pt x="5329" y="3531"/>
                    <a:pt x="5854" y="4056"/>
                    <a:pt x="5854" y="4702"/>
                  </a:cubicBezTo>
                  <a:lnTo>
                    <a:pt x="5854" y="9970"/>
                  </a:lnTo>
                  <a:cubicBezTo>
                    <a:pt x="5854" y="10294"/>
                    <a:pt x="6116" y="10556"/>
                    <a:pt x="6440" y="10556"/>
                  </a:cubicBezTo>
                  <a:lnTo>
                    <a:pt x="8782" y="10556"/>
                  </a:lnTo>
                  <a:cubicBezTo>
                    <a:pt x="9104" y="10556"/>
                    <a:pt x="9368" y="10294"/>
                    <a:pt x="9368" y="9970"/>
                  </a:cubicBezTo>
                  <a:lnTo>
                    <a:pt x="9368" y="3669"/>
                  </a:lnTo>
                  <a:cubicBezTo>
                    <a:pt x="9368" y="1921"/>
                    <a:pt x="8131" y="364"/>
                    <a:pt x="6231" y="55"/>
                  </a:cubicBezTo>
                  <a:cubicBezTo>
                    <a:pt x="6005" y="18"/>
                    <a:pt x="5779" y="0"/>
                    <a:pt x="555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8" name="Google Shape;429;p40"/>
            <p:cNvSpPr/>
            <p:nvPr/>
          </p:nvSpPr>
          <p:spPr>
            <a:xfrm>
              <a:off x="5764320" y="342720"/>
              <a:ext cx="266400" cy="266400"/>
            </a:xfrm>
            <a:custGeom>
              <a:avLst/>
              <a:gdLst>
                <a:gd name="textAreaLeft" fmla="*/ 0 w 266400"/>
                <a:gd name="textAreaRight" fmla="*/ 266760 w 266400"/>
                <a:gd name="textAreaTop" fmla="*/ 0 h 266400"/>
                <a:gd name="textAreaBottom" fmla="*/ 266760 h 266400"/>
              </a:gdLst>
              <a:ahLst/>
              <a:cxnLst/>
              <a:rect l="textAreaLeft" t="textAreaTop" r="textAreaRight" b="textAreaBottom"/>
              <a:pathLst>
                <a:path w="19982" h="19982">
                  <a:moveTo>
                    <a:pt x="17015" y="1170"/>
                  </a:moveTo>
                  <a:cubicBezTo>
                    <a:pt x="17989" y="1170"/>
                    <a:pt x="18810" y="1993"/>
                    <a:pt x="18810" y="2966"/>
                  </a:cubicBezTo>
                  <a:lnTo>
                    <a:pt x="18810" y="17015"/>
                  </a:lnTo>
                  <a:cubicBezTo>
                    <a:pt x="18810" y="17990"/>
                    <a:pt x="17989" y="18811"/>
                    <a:pt x="17015" y="18811"/>
                  </a:cubicBezTo>
                  <a:lnTo>
                    <a:pt x="2965" y="18811"/>
                  </a:lnTo>
                  <a:cubicBezTo>
                    <a:pt x="1992" y="18811"/>
                    <a:pt x="1170" y="17990"/>
                    <a:pt x="1170" y="17015"/>
                  </a:cubicBezTo>
                  <a:lnTo>
                    <a:pt x="1170" y="2966"/>
                  </a:lnTo>
                  <a:cubicBezTo>
                    <a:pt x="1170" y="1993"/>
                    <a:pt x="1992" y="1170"/>
                    <a:pt x="2965" y="1170"/>
                  </a:cubicBezTo>
                  <a:close/>
                  <a:moveTo>
                    <a:pt x="2965" y="1"/>
                  </a:moveTo>
                  <a:cubicBezTo>
                    <a:pt x="1347" y="1"/>
                    <a:pt x="0" y="1349"/>
                    <a:pt x="0" y="2966"/>
                  </a:cubicBezTo>
                  <a:lnTo>
                    <a:pt x="0" y="17015"/>
                  </a:lnTo>
                  <a:cubicBezTo>
                    <a:pt x="0" y="18635"/>
                    <a:pt x="1348" y="19982"/>
                    <a:pt x="2965" y="19982"/>
                  </a:cubicBezTo>
                  <a:lnTo>
                    <a:pt x="17017" y="19982"/>
                  </a:lnTo>
                  <a:cubicBezTo>
                    <a:pt x="18635" y="19982"/>
                    <a:pt x="19981" y="18634"/>
                    <a:pt x="19981" y="17015"/>
                  </a:cubicBezTo>
                  <a:lnTo>
                    <a:pt x="19981" y="2966"/>
                  </a:lnTo>
                  <a:cubicBezTo>
                    <a:pt x="19981" y="1347"/>
                    <a:pt x="18633" y="1"/>
                    <a:pt x="170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19" name="Google Shape;430;p40"/>
          <p:cNvGrpSpPr/>
          <p:nvPr/>
        </p:nvGrpSpPr>
        <p:grpSpPr>
          <a:xfrm>
            <a:off x="5763960" y="747000"/>
            <a:ext cx="266760" cy="266400"/>
            <a:chOff x="5763960" y="747000"/>
            <a:chExt cx="266760" cy="266400"/>
          </a:xfrm>
        </p:grpSpPr>
        <p:sp>
          <p:nvSpPr>
            <p:cNvPr id="220" name="Google Shape;431;p40"/>
            <p:cNvSpPr/>
            <p:nvPr/>
          </p:nvSpPr>
          <p:spPr>
            <a:xfrm>
              <a:off x="5763960" y="747000"/>
              <a:ext cx="266760" cy="266400"/>
            </a:xfrm>
            <a:custGeom>
              <a:avLst/>
              <a:gdLst>
                <a:gd name="textAreaLeft" fmla="*/ 0 w 266760"/>
                <a:gd name="textAreaRight" fmla="*/ 267120 w 266760"/>
                <a:gd name="textAreaTop" fmla="*/ 0 h 266400"/>
                <a:gd name="textAreaBottom" fmla="*/ 266760 h 266400"/>
              </a:gdLst>
              <a:ahLst/>
              <a:cxnLst/>
              <a:rect l="textAreaLeft" t="textAreaTop" r="textAreaRight" b="textAreaBottom"/>
              <a:pathLst>
                <a:path w="20013" h="19983">
                  <a:moveTo>
                    <a:pt x="10022" y="1170"/>
                  </a:moveTo>
                  <a:cubicBezTo>
                    <a:pt x="14886" y="1170"/>
                    <a:pt x="18842" y="5127"/>
                    <a:pt x="18842" y="9990"/>
                  </a:cubicBezTo>
                  <a:cubicBezTo>
                    <a:pt x="18842" y="14855"/>
                    <a:pt x="14886" y="18811"/>
                    <a:pt x="10023" y="18811"/>
                  </a:cubicBezTo>
                  <a:cubicBezTo>
                    <a:pt x="8516" y="18811"/>
                    <a:pt x="7030" y="18423"/>
                    <a:pt x="5726" y="17691"/>
                  </a:cubicBezTo>
                  <a:cubicBezTo>
                    <a:pt x="5638" y="17641"/>
                    <a:pt x="5539" y="17615"/>
                    <a:pt x="5440" y="17615"/>
                  </a:cubicBezTo>
                  <a:cubicBezTo>
                    <a:pt x="5393" y="17615"/>
                    <a:pt x="5345" y="17621"/>
                    <a:pt x="5298" y="17632"/>
                  </a:cubicBezTo>
                  <a:lnTo>
                    <a:pt x="1419" y="18595"/>
                  </a:lnTo>
                  <a:lnTo>
                    <a:pt x="2381" y="14715"/>
                  </a:lnTo>
                  <a:cubicBezTo>
                    <a:pt x="2417" y="14570"/>
                    <a:pt x="2395" y="14416"/>
                    <a:pt x="2323" y="14287"/>
                  </a:cubicBezTo>
                  <a:cubicBezTo>
                    <a:pt x="1590" y="12982"/>
                    <a:pt x="1203" y="11498"/>
                    <a:pt x="1203" y="9990"/>
                  </a:cubicBezTo>
                  <a:cubicBezTo>
                    <a:pt x="1203" y="5127"/>
                    <a:pt x="5159" y="1170"/>
                    <a:pt x="10022" y="1170"/>
                  </a:cubicBezTo>
                  <a:close/>
                  <a:moveTo>
                    <a:pt x="10023" y="1"/>
                  </a:moveTo>
                  <a:cubicBezTo>
                    <a:pt x="4522" y="1"/>
                    <a:pt x="32" y="4491"/>
                    <a:pt x="32" y="9990"/>
                  </a:cubicBezTo>
                  <a:cubicBezTo>
                    <a:pt x="32" y="11620"/>
                    <a:pt x="432" y="13226"/>
                    <a:pt x="1191" y="14655"/>
                  </a:cubicBezTo>
                  <a:lnTo>
                    <a:pt x="50" y="19256"/>
                  </a:lnTo>
                  <a:cubicBezTo>
                    <a:pt x="0" y="19455"/>
                    <a:pt x="58" y="19665"/>
                    <a:pt x="204" y="19810"/>
                  </a:cubicBezTo>
                  <a:cubicBezTo>
                    <a:pt x="313" y="19921"/>
                    <a:pt x="461" y="19982"/>
                    <a:pt x="614" y="19982"/>
                  </a:cubicBezTo>
                  <a:cubicBezTo>
                    <a:pt x="662" y="19982"/>
                    <a:pt x="710" y="19976"/>
                    <a:pt x="757" y="19964"/>
                  </a:cubicBezTo>
                  <a:lnTo>
                    <a:pt x="5358" y="18823"/>
                  </a:lnTo>
                  <a:cubicBezTo>
                    <a:pt x="6788" y="19582"/>
                    <a:pt x="8394" y="19982"/>
                    <a:pt x="10022" y="19982"/>
                  </a:cubicBezTo>
                  <a:cubicBezTo>
                    <a:pt x="12680" y="19982"/>
                    <a:pt x="15187" y="18940"/>
                    <a:pt x="17078" y="17047"/>
                  </a:cubicBezTo>
                  <a:cubicBezTo>
                    <a:pt x="18971" y="15156"/>
                    <a:pt x="20013" y="12649"/>
                    <a:pt x="20013" y="9990"/>
                  </a:cubicBezTo>
                  <a:cubicBezTo>
                    <a:pt x="20013" y="7333"/>
                    <a:pt x="18971" y="4827"/>
                    <a:pt x="17080" y="2934"/>
                  </a:cubicBezTo>
                  <a:cubicBezTo>
                    <a:pt x="15187" y="1043"/>
                    <a:pt x="12680" y="1"/>
                    <a:pt x="10023"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1" name="Google Shape;432;p40"/>
            <p:cNvSpPr/>
            <p:nvPr/>
          </p:nvSpPr>
          <p:spPr>
            <a:xfrm>
              <a:off x="5813280" y="801720"/>
              <a:ext cx="166320" cy="155520"/>
            </a:xfrm>
            <a:custGeom>
              <a:avLst/>
              <a:gdLst>
                <a:gd name="textAreaLeft" fmla="*/ 0 w 166320"/>
                <a:gd name="textAreaRight" fmla="*/ 166680 w 166320"/>
                <a:gd name="textAreaTop" fmla="*/ 0 h 155520"/>
                <a:gd name="textAreaBottom" fmla="*/ 155880 h 155520"/>
              </a:gdLst>
              <a:ahLst/>
              <a:cxnLst/>
              <a:rect l="textAreaLeft" t="textAreaTop" r="textAreaRight" b="textAreaBottom"/>
              <a:pathLst>
                <a:path w="12488" h="11674">
                  <a:moveTo>
                    <a:pt x="3164" y="1171"/>
                  </a:moveTo>
                  <a:cubicBezTo>
                    <a:pt x="3352" y="1171"/>
                    <a:pt x="3536" y="1247"/>
                    <a:pt x="3710" y="1424"/>
                  </a:cubicBezTo>
                  <a:lnTo>
                    <a:pt x="3719" y="1433"/>
                  </a:lnTo>
                  <a:cubicBezTo>
                    <a:pt x="4757" y="2473"/>
                    <a:pt x="4683" y="2832"/>
                    <a:pt x="4449" y="3068"/>
                  </a:cubicBezTo>
                  <a:cubicBezTo>
                    <a:pt x="4240" y="3275"/>
                    <a:pt x="3625" y="3692"/>
                    <a:pt x="3427" y="3892"/>
                  </a:cubicBezTo>
                  <a:cubicBezTo>
                    <a:pt x="2960" y="4359"/>
                    <a:pt x="3046" y="5081"/>
                    <a:pt x="3685" y="6039"/>
                  </a:cubicBezTo>
                  <a:cubicBezTo>
                    <a:pt x="4065" y="6611"/>
                    <a:pt x="4568" y="7166"/>
                    <a:pt x="4805" y="7405"/>
                  </a:cubicBezTo>
                  <a:lnTo>
                    <a:pt x="4806" y="7405"/>
                  </a:lnTo>
                  <a:cubicBezTo>
                    <a:pt x="5045" y="7642"/>
                    <a:pt x="5599" y="8146"/>
                    <a:pt x="6172" y="8527"/>
                  </a:cubicBezTo>
                  <a:cubicBezTo>
                    <a:pt x="6727" y="8895"/>
                    <a:pt x="7202" y="9079"/>
                    <a:pt x="7594" y="9079"/>
                  </a:cubicBezTo>
                  <a:cubicBezTo>
                    <a:pt x="7880" y="9079"/>
                    <a:pt x="8123" y="8981"/>
                    <a:pt x="8320" y="8785"/>
                  </a:cubicBezTo>
                  <a:cubicBezTo>
                    <a:pt x="8518" y="8585"/>
                    <a:pt x="8935" y="7971"/>
                    <a:pt x="9144" y="7762"/>
                  </a:cubicBezTo>
                  <a:cubicBezTo>
                    <a:pt x="9238" y="7668"/>
                    <a:pt x="9331" y="7609"/>
                    <a:pt x="9460" y="7609"/>
                  </a:cubicBezTo>
                  <a:cubicBezTo>
                    <a:pt x="9549" y="7609"/>
                    <a:pt x="9655" y="7637"/>
                    <a:pt x="9790" y="7702"/>
                  </a:cubicBezTo>
                  <a:cubicBezTo>
                    <a:pt x="10172" y="7886"/>
                    <a:pt x="10582" y="8297"/>
                    <a:pt x="10779" y="8493"/>
                  </a:cubicBezTo>
                  <a:lnTo>
                    <a:pt x="10788" y="8502"/>
                  </a:lnTo>
                  <a:cubicBezTo>
                    <a:pt x="11239" y="8944"/>
                    <a:pt x="11037" y="9452"/>
                    <a:pt x="10593" y="9898"/>
                  </a:cubicBezTo>
                  <a:cubicBezTo>
                    <a:pt x="10190" y="10300"/>
                    <a:pt x="9680" y="10502"/>
                    <a:pt x="9068" y="10502"/>
                  </a:cubicBezTo>
                  <a:cubicBezTo>
                    <a:pt x="8521" y="10502"/>
                    <a:pt x="7892" y="10341"/>
                    <a:pt x="7184" y="10020"/>
                  </a:cubicBezTo>
                  <a:cubicBezTo>
                    <a:pt x="5868" y="9420"/>
                    <a:pt x="4676" y="8428"/>
                    <a:pt x="4228" y="7984"/>
                  </a:cubicBezTo>
                  <a:cubicBezTo>
                    <a:pt x="3784" y="7536"/>
                    <a:pt x="2792" y="6344"/>
                    <a:pt x="2192" y="5028"/>
                  </a:cubicBezTo>
                  <a:cubicBezTo>
                    <a:pt x="1511" y="3527"/>
                    <a:pt x="1552" y="2381"/>
                    <a:pt x="2314" y="1619"/>
                  </a:cubicBezTo>
                  <a:cubicBezTo>
                    <a:pt x="2583" y="1350"/>
                    <a:pt x="2877" y="1171"/>
                    <a:pt x="3164" y="1171"/>
                  </a:cubicBezTo>
                  <a:close/>
                  <a:moveTo>
                    <a:pt x="3169" y="1"/>
                  </a:moveTo>
                  <a:cubicBezTo>
                    <a:pt x="2619" y="1"/>
                    <a:pt x="2030" y="247"/>
                    <a:pt x="1486" y="791"/>
                  </a:cubicBezTo>
                  <a:cubicBezTo>
                    <a:pt x="701" y="1576"/>
                    <a:pt x="0" y="3034"/>
                    <a:pt x="1127" y="5512"/>
                  </a:cubicBezTo>
                  <a:cubicBezTo>
                    <a:pt x="1794" y="6979"/>
                    <a:pt x="2868" y="8274"/>
                    <a:pt x="3398" y="8810"/>
                  </a:cubicBezTo>
                  <a:lnTo>
                    <a:pt x="3402" y="8813"/>
                  </a:lnTo>
                  <a:cubicBezTo>
                    <a:pt x="3938" y="9344"/>
                    <a:pt x="5235" y="10418"/>
                    <a:pt x="6699" y="11085"/>
                  </a:cubicBezTo>
                  <a:cubicBezTo>
                    <a:pt x="7490" y="11445"/>
                    <a:pt x="8308" y="11674"/>
                    <a:pt x="9088" y="11674"/>
                  </a:cubicBezTo>
                  <a:cubicBezTo>
                    <a:pt x="9940" y="11674"/>
                    <a:pt x="10746" y="11400"/>
                    <a:pt x="11421" y="10726"/>
                  </a:cubicBezTo>
                  <a:cubicBezTo>
                    <a:pt x="12488" y="9657"/>
                    <a:pt x="12399" y="8442"/>
                    <a:pt x="11607" y="7665"/>
                  </a:cubicBezTo>
                  <a:cubicBezTo>
                    <a:pt x="11219" y="7278"/>
                    <a:pt x="10791" y="6885"/>
                    <a:pt x="10297" y="6648"/>
                  </a:cubicBezTo>
                  <a:cubicBezTo>
                    <a:pt x="10009" y="6509"/>
                    <a:pt x="9725" y="6440"/>
                    <a:pt x="9455" y="6440"/>
                  </a:cubicBezTo>
                  <a:cubicBezTo>
                    <a:pt x="9034" y="6440"/>
                    <a:pt x="8646" y="6606"/>
                    <a:pt x="8316" y="6935"/>
                  </a:cubicBezTo>
                  <a:cubicBezTo>
                    <a:pt x="8070" y="7180"/>
                    <a:pt x="7732" y="7665"/>
                    <a:pt x="7538" y="7904"/>
                  </a:cubicBezTo>
                  <a:cubicBezTo>
                    <a:pt x="7035" y="7819"/>
                    <a:pt x="6032" y="6974"/>
                    <a:pt x="5634" y="6577"/>
                  </a:cubicBezTo>
                  <a:cubicBezTo>
                    <a:pt x="5236" y="6179"/>
                    <a:pt x="4393" y="5174"/>
                    <a:pt x="4308" y="4674"/>
                  </a:cubicBezTo>
                  <a:cubicBezTo>
                    <a:pt x="4545" y="4481"/>
                    <a:pt x="5031" y="4141"/>
                    <a:pt x="5277" y="3895"/>
                  </a:cubicBezTo>
                  <a:cubicBezTo>
                    <a:pt x="5817" y="3354"/>
                    <a:pt x="5919" y="2652"/>
                    <a:pt x="5564" y="1914"/>
                  </a:cubicBezTo>
                  <a:cubicBezTo>
                    <a:pt x="5327" y="1421"/>
                    <a:pt x="4934" y="993"/>
                    <a:pt x="4546" y="605"/>
                  </a:cubicBezTo>
                  <a:cubicBezTo>
                    <a:pt x="4165" y="216"/>
                    <a:pt x="3684" y="1"/>
                    <a:pt x="3169"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7760" bIns="77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theme/theme1.xml><?xml version="1.0" encoding="utf-8"?>
<a:theme xmlns:a="http://schemas.openxmlformats.org/drawingml/2006/main" name="SWOT Analysis by Slidesgo">
  <a:themeElements>
    <a:clrScheme name="Simple Light">
      <a:dk1>
        <a:srgbClr val="181818"/>
      </a:dk1>
      <a:lt1>
        <a:srgbClr val="E5E2D9"/>
      </a:lt1>
      <a:dk2>
        <a:srgbClr val="181818"/>
      </a:dk2>
      <a:lt2>
        <a:srgbClr val="FDFAFA"/>
      </a:lt2>
      <a:accent1>
        <a:srgbClr val="A92422"/>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TotalTime>
  <Words>403</Words>
  <Application>Microsoft Office PowerPoint</Application>
  <PresentationFormat>On-screen Show (16:9)</PresentationFormat>
  <Paragraphs>41</Paragraphs>
  <Slides>11</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vt:i4>
      </vt:variant>
    </vt:vector>
  </HeadingPairs>
  <TitlesOfParts>
    <vt:vector size="19" baseType="lpstr">
      <vt:lpstr>Arial</vt:lpstr>
      <vt:lpstr>Gloock</vt:lpstr>
      <vt:lpstr>OpenSymbol</vt:lpstr>
      <vt:lpstr>Spline Sans</vt:lpstr>
      <vt:lpstr>Symbol</vt:lpstr>
      <vt:lpstr>Wingdings</vt:lpstr>
      <vt:lpstr>SWOT Analysis by Slidesgo</vt:lpstr>
      <vt:lpstr>Slidesgo Final Pages</vt:lpstr>
      <vt:lpstr>Project  Overview</vt:lpstr>
      <vt:lpstr>Introduction</vt:lpstr>
      <vt:lpstr>Frontend Technologies  Used</vt:lpstr>
      <vt:lpstr>Backend Technologies and Database</vt:lpstr>
      <vt:lpstr>Integration and Deployment</vt:lpstr>
      <vt:lpstr>Electricity Bill Payment System Project</vt:lpstr>
      <vt:lpstr>System Features and User Flow</vt:lpstr>
      <vt:lpstr>Technical Architecture and  Implementation</vt:lpstr>
      <vt:lpstr>Challenges and Learning Outcomes</vt:lpstr>
      <vt:lpstr>Conclusions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haripriya e s</cp:lastModifiedBy>
  <cp:revision>1</cp:revision>
  <dcterms:modified xsi:type="dcterms:W3CDTF">2025-12-31T07:48:17Z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2025-12-31T07:30:22Z</dcterms:created>
  <dc:creator>Unknown Creator</dc:creator>
  <dc:description/>
  <dc:language>en-US</dc:language>
  <cp:lastModifiedBy>Unknown Creator</cp:lastModifiedBy>
  <dcterms:modified xsi:type="dcterms:W3CDTF">2025-12-31T07:30:22Z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13</vt:r8>
  </property>
</Properties>
</file>